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1" r:id="rId4"/>
    <p:sldId id="262" r:id="rId5"/>
    <p:sldId id="263" r:id="rId6"/>
    <p:sldId id="264" r:id="rId7"/>
    <p:sldId id="265" r:id="rId8"/>
    <p:sldId id="268" r:id="rId9"/>
    <p:sldId id="266" r:id="rId10"/>
    <p:sldId id="267" r:id="rId11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70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756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3431EE3-71D6-446C-EDAB-40026F60DF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14B835B8-9F3B-E16F-6954-DA8DFFDC52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6466CFF-6D78-E44C-1E55-F4A8A45248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29428-929F-4D33-A5A7-A912ED07F11B}" type="datetimeFigureOut">
              <a:rPr lang="zh-TW" altLang="en-US" smtClean="0"/>
              <a:t>2025/9/2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5EF8AE3-64CD-10C9-999E-E8D0804731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315DF0E-8C96-BD07-9B44-C077C8CB24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1FA5D-9225-42BD-861D-99495DDF1F0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677685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45EB2FC-F3D0-FF29-817E-92A1BCE7DC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2F6549A-3CA5-C62B-C0F3-0287BC1822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8C7B3A0-3B01-1A98-61CA-DE6DAFD912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29428-929F-4D33-A5A7-A912ED07F11B}" type="datetimeFigureOut">
              <a:rPr lang="zh-TW" altLang="en-US" smtClean="0"/>
              <a:t>2025/9/2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607CE1F-2AB4-A9BD-0362-742F468784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D8FE02C-2370-1009-48EC-2B35AA7662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1FA5D-9225-42BD-861D-99495DDF1F0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176788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75DC647-9BDC-0A1C-616C-E33880BC00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50ADD634-4B81-FBE9-12FA-F8C038F3A3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90F3A96-C129-038C-7864-CF8F6995FB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29428-929F-4D33-A5A7-A912ED07F11B}" type="datetimeFigureOut">
              <a:rPr lang="zh-TW" altLang="en-US" smtClean="0"/>
              <a:t>2025/9/2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86C3809-27BA-D43C-FB3D-3A7FCF924F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ABC9EE5-EBF2-3BDF-1156-F59C705071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1FA5D-9225-42BD-861D-99495DDF1F0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269428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180C46A-0541-BCEE-7503-F21ABBAA3E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2C476BB-1A98-537C-3A7E-CD29814D18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E03DD769-D715-2B5F-F786-0D80AB0A00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D5B4A930-0925-D5B9-86FC-0C7875053C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29428-929F-4D33-A5A7-A912ED07F11B}" type="datetimeFigureOut">
              <a:rPr lang="zh-TW" altLang="en-US" smtClean="0"/>
              <a:t>2025/9/2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46F935F9-ED4A-4E3A-27FA-131576FE4F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9326CEE-2647-FB27-55E5-EF0392EE4C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1FA5D-9225-42BD-861D-99495DDF1F0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259329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9E0F5B3-C62D-CD25-D5ED-39A236705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77ED3D68-0CE4-0770-E18B-93AE190835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2AC747DB-BBCC-0475-84C0-7A0BB919CC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F01474A6-3989-E125-0271-0EDC1164BA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A47897D1-828F-A425-19AE-B754CE8F86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CA3118B6-6CC2-8F29-0930-01A3EA4437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29428-929F-4D33-A5A7-A912ED07F11B}" type="datetimeFigureOut">
              <a:rPr lang="zh-TW" altLang="en-US" smtClean="0"/>
              <a:t>2025/9/2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F194BB60-CAD2-9645-CD38-2BDEFB086B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87FCCA9E-8F4B-8DC7-709B-5690B570F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1FA5D-9225-42BD-861D-99495DDF1F0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4312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483A803-A9DB-2AA9-1DC0-FDA9F97659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2D0449B8-4F95-19AF-77A7-576ECFC51A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29428-929F-4D33-A5A7-A912ED07F11B}" type="datetimeFigureOut">
              <a:rPr lang="zh-TW" altLang="en-US" smtClean="0"/>
              <a:t>2025/9/2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ABCB13FD-C134-4F60-92F3-0F6E609585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AAC3A1CA-A574-9758-6F33-30C31033DA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1FA5D-9225-42BD-861D-99495DDF1F0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590709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CF30C2D5-6B5F-164D-12B8-15395C981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29428-929F-4D33-A5A7-A912ED07F11B}" type="datetimeFigureOut">
              <a:rPr lang="zh-TW" altLang="en-US" smtClean="0"/>
              <a:t>2025/9/2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222536F6-D706-C027-C3C6-7889ECF47A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661D15A-ECB8-845E-8B6C-A39B6F7B53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1FA5D-9225-42BD-861D-99495DDF1F0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211221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BBC18F6-C544-B302-A306-33E249AAD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8E16077-D666-9C59-AA0E-09F6F55739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FC8990A3-4651-6353-4F5D-4B48722AB3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5D6087CF-A916-9D44-F7FE-C393B5AF7E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29428-929F-4D33-A5A7-A912ED07F11B}" type="datetimeFigureOut">
              <a:rPr lang="zh-TW" altLang="en-US" smtClean="0"/>
              <a:t>2025/9/2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410A28A8-1130-E264-93D9-BF7666CC8D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B1FAD3CC-8205-0E3B-AF1F-607E3FC007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1FA5D-9225-42BD-861D-99495DDF1F0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447761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0840DDC-03AB-D681-136B-6F755B22F2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81687096-90A0-E405-0774-D6597B4B366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AD84FEF3-2429-D853-0398-3E878AEE2B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E1F705F1-82E2-D299-0A8E-2F5654FEE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29428-929F-4D33-A5A7-A912ED07F11B}" type="datetimeFigureOut">
              <a:rPr lang="zh-TW" altLang="en-US" smtClean="0"/>
              <a:t>2025/9/2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5291B621-1F83-2E54-FAD0-06B9BE92D1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37775606-2742-6834-01EE-0E2E577B53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1FA5D-9225-42BD-861D-99495DDF1F0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435467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C15DC1E-4A3E-CDA6-E952-3481929DB5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F600D655-DE83-1652-BAB7-B4CF188A0A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C530809-AC31-111D-6137-FC664926F4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29428-929F-4D33-A5A7-A912ED07F11B}" type="datetimeFigureOut">
              <a:rPr lang="zh-TW" altLang="en-US" smtClean="0"/>
              <a:t>2025/9/2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C47CDAE-FA9F-CEC2-DC91-399B1C7411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B31E424-394F-673E-967D-2DF5F0A4DF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1FA5D-9225-42BD-861D-99495DDF1F0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548704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2D93E3D5-31CA-BAFE-BCE1-8DC091162D1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E05090E8-8AE1-C5AC-69A6-757E39FFCE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551596A-1BDC-AD1F-B599-DE17A824CD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29428-929F-4D33-A5A7-A912ED07F11B}" type="datetimeFigureOut">
              <a:rPr lang="zh-TW" altLang="en-US" smtClean="0"/>
              <a:t>2025/9/2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15783AC-3B59-BC0D-196E-CAF85E72ED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736F0FC-3B6D-1C29-B2CA-E848976B05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1FA5D-9225-42BD-861D-99495DDF1F0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138714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A2660E3B-6B70-6B51-71D8-B91035B33E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54F16F97-3160-E0BA-FE85-5357B4E84D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7CF9ED1-FEB4-DA7E-4762-C02FF7FAC3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129428-929F-4D33-A5A7-A912ED07F11B}" type="datetimeFigureOut">
              <a:rPr lang="zh-TW" altLang="en-US" smtClean="0"/>
              <a:t>2025/9/2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975532E-12D9-1CE9-CF25-9B1E0A3FBC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E5A7225-4BE6-09E8-37BE-FE6409A05E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F1FA5D-9225-42BD-861D-99495DDF1F0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614382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www.google.com/maps/place/%E6%B2%96%E7%B9%A9%E5%85%92%E7%AB%A5%E7%8E%8B%E5%9C%8B/@26.2643257,127.6613333,11.13z/data=!4m15!1m8!3m7!1s0x34e512738000a60d:0x8be494fd3bd9ee0b!2z5rKW57mp5YWS56ul546L5ZyL!8m2!3d26.327691!4d127.80304!10e8!16s%2Fg%2F1215_d_7!3m5!1s0x34e512738000a60d:0x8be494fd3bd9ee0b!8m2!3d26.327691!4d127.80304!16s%2Fg%2F1215_d_7?entry=ttu&amp;g_ep=EgoyMDI1MDgxOS4wIKXMDSoASAFQAw%3D%3D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google.com/maps/place/%E9%9B%B7%E5%85%8B%E9%9B%85%E7%B6%AD%E5%85%8B%E5%87%B1%E5%A4%AB%E6%8B%89%E7%B6%AD%E5%85%8B%E6%A9%9F%E5%A0%B4%E8%90%AC%E6%80%A1%E9%85%92%E5%BA%97/@63.9988403,-22.5872948,17z/data=!4m11!3m10!1s0x48d6020367b268b9:0x8b1fd2aa82836928!5m4!1s2025-12-02!2i3!4m1!1i2!8m2!3d63.9988403!4d-22.5847199!16s%2Fg%2F11fp9dbf9n?entry=ttu&amp;g_ep=EgoyMDI1MDgxOS4wIKXMDSoASAFQAw%3D%3D" TargetMode="External"/><Relationship Id="rId3" Type="http://schemas.openxmlformats.org/officeDocument/2006/relationships/hyperlink" Target="https://maps.app.goo.gl/m1CxBinnrsqSaQBdA" TargetMode="External"/><Relationship Id="rId7" Type="http://schemas.openxmlformats.org/officeDocument/2006/relationships/hyperlink" Target="https://www.google.com/maps/place/Hotel+Reykjav%C3%ADk+Saga/@64.1459929,-21.9412908,17z/data=!4m11!3m10!1s0x48d60b1bf5371953:0x4d79f17abaddc52a!5m4!1s2025-12-02!2i3!4m1!1i2!8m2!3d64.1459929!4d-21.9387159!16s%2Fg%2F11pzysvcq2?entry=ttu&amp;g_ep=EgoyMDI1MDgxOS4wIKXMDSoASAFQAw%3D%3D" TargetMode="External"/><Relationship Id="rId2" Type="http://schemas.openxmlformats.org/officeDocument/2006/relationships/hyperlink" Target="https://www.google.com.tw/maps/place/Aqua+Palace+Chatan+By+Coldio+Premium/@26.3200704,127.760797,16z/data=!4m9!3m8!1s0x34e513f332d130df:0xc76b60086c0a072a!5m2!4m1!1i2!8m2!3d26.3202022!4d127.7610734!16s%2Fg%2F11j2h3jmst?hl=zh-TW&amp;entry=ttu&amp;g_ep=EgoyMDI1MDgxOS4wIKXMDSoASAFQAw%3D%3D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google.com/maps/place/H%C3%B3tel+J%C3%B6kulsarlon+-+Glacier+Lagoon+Hotel/@64.1214809,-16.073726,17z/data=!4m11!3m10!1s0x48cfd3630e3cf55d:0x8a5abf7351c3c060!5m4!1s2025-12-02!2i3!4m1!1i2!8m2!3d64.121481!4d-16.0688551!16s%2Fg%2F11y3ybssk2?entry=ttu&amp;g_ep=EgoyMDI1MDgxOS4wIKXMDSoASAFQAw%3D%3D" TargetMode="External"/><Relationship Id="rId5" Type="http://schemas.openxmlformats.org/officeDocument/2006/relationships/hyperlink" Target="https://www.google.com/maps/place/H%C3%B3tel+Hamar/@64.5720907,-21.8864129,17z/data=!4m11!3m10!1s0x48d5c85735b8cfd5:0x27739cc6c75d32e5!5m4!1s2025-12-02!2i3!4m1!1i2!8m2!3d64.5720908!4d-21.881542!16s%2Fg%2F1tcv5xfl?entry=ttu&amp;g_ep=EgoyMDI1MDgxOS4wIKXMDSoASAFQAw%3D%3D" TargetMode="External"/><Relationship Id="rId10" Type="http://schemas.openxmlformats.org/officeDocument/2006/relationships/hyperlink" Target="https://www.google.com/maps/place/%E6%A1%83%E5%A4%A7%E7%8E%A5/@25.022231,121.2131626,17z/data=!3m1!4b1!4m6!3m5!1s0x3468215f190a1ce3:0x7b15a85e3dd5ed0f!8m2!3d25.022231!4d121.2157375!16s%2Fg%2F11t2s133vq?entry=ttu&amp;g_ep=EgoyMDI1MDgxOS4wIKXMDSoASAFQAw%3D%3D" TargetMode="External"/><Relationship Id="rId4" Type="http://schemas.openxmlformats.org/officeDocument/2006/relationships/hyperlink" Target="https://www.google.com/maps/place/H%C3%B3tel+Kr%C3%ADa/@63.4181322,-18.9961774,17z/data=!4m11!3m10!1s0x48d74a4f445867cd:0x66a21b84ad7c3b42!5m4!1s2025-12-02!2i3!4m1!1i2!8m2!3d63.4181322!4d-18.9936025!16s%2Fg%2F11f5lyb3qx?entry=ttu&amp;g_ep=EgoyMDI1MDgxOS4wIKXMDSoASAFQAw%3D%3D" TargetMode="External"/><Relationship Id="rId9" Type="http://schemas.openxmlformats.org/officeDocument/2006/relationships/hyperlink" Target="https://www.google.com/maps/place/Page8+-+Page+Hotels/@51.50931,-0.1294055,17z/data=!3m2!4b1!5s0x487604ce7dbd6dbf:0x33d9d74d494126d6!4m11!3m10!1s0x4876056230d84fab:0xb093af3a27326bc8!5m4!1s2025-12-02!2i3!4m1!1i2!8m2!3d51.50931!4d-0.1268306!16s%2Fg%2F11pcpkcq14?entry=ttu&amp;g_ep=EgoyMDI1MDgxOS4wIKXMDSoASAFQAw%3D%3D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maps.app.goo.gl/m1CxBinnrsqSaQBdA" TargetMode="External"/><Relationship Id="rId7" Type="http://schemas.openxmlformats.org/officeDocument/2006/relationships/hyperlink" Target="https://maps.app.goo.gl/ceSxvDmN23owkkmv8" TargetMode="External"/><Relationship Id="rId2" Type="http://schemas.openxmlformats.org/officeDocument/2006/relationships/hyperlink" Target="https://www.google.com.tw/maps/place/Aqua+Palace+Chatan+By+Coldio+Premium/@26.3200704,127.760797,16z/data=!4m9!3m8!1s0x34e513f332d130df:0xc76b60086c0a072a!5m2!4m1!1i2!8m2!3d26.3202022!4d127.7610734!16s%2Fg%2F11j2h3jmst?hl=zh-TW&amp;entry=ttu&amp;g_ep=EgoyMDI1MDgxOS4wIKXMDSoASAFQAw%3D%3D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maps.app.goo.gl/MW2sxBvag5dcxQFj9" TargetMode="External"/><Relationship Id="rId5" Type="http://schemas.openxmlformats.org/officeDocument/2006/relationships/hyperlink" Target="https://maps.app.goo.gl/2y4KNEEr3k7p76pz6" TargetMode="External"/><Relationship Id="rId4" Type="http://schemas.openxmlformats.org/officeDocument/2006/relationships/hyperlink" Target="https://maps.app.goo.gl/DKB4onkYRyKWRDUU7" TargetMode="Externa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hyperlink" Target="https://maps.app.goo.gl/iqJDAxJjuEoN2sXg6" TargetMode="External"/><Relationship Id="rId13" Type="http://schemas.openxmlformats.org/officeDocument/2006/relationships/hyperlink" Target="https://maps.app.goo.gl/WesJPSbNXLuY7JMp9" TargetMode="External"/><Relationship Id="rId3" Type="http://schemas.openxmlformats.org/officeDocument/2006/relationships/hyperlink" Target="https://maps.app.goo.gl/ceSxvDmN23owkkmv8" TargetMode="External"/><Relationship Id="rId7" Type="http://schemas.openxmlformats.org/officeDocument/2006/relationships/hyperlink" Target="https://maps.app.goo.gl/utKQ8QNShATu9xp68" TargetMode="External"/><Relationship Id="rId12" Type="http://schemas.openxmlformats.org/officeDocument/2006/relationships/hyperlink" Target="https://maps.app.goo.gl/gsksPCyAgzKV8YjU9" TargetMode="External"/><Relationship Id="rId2" Type="http://schemas.openxmlformats.org/officeDocument/2006/relationships/hyperlink" Target="https://www.google.com.tw/maps/place/Aqua+Palace+Chatan+By+Coldio+Premium/@26.3200704,127.760797,16z/data=!4m9!3m8!1s0x34e513f332d130df:0xc76b60086c0a072a!5m2!4m1!1i2!8m2!3d26.3202022!4d127.7610734!16s%2Fg%2F11j2h3jmst?hl=zh-TW&amp;entry=ttu&amp;g_ep=EgoyMDI1MDgxOS4wIKXMDSoASAFQAw%3D%3D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maps.app.goo.gl/AchUBmJiTR94FQNH9" TargetMode="External"/><Relationship Id="rId11" Type="http://schemas.openxmlformats.org/officeDocument/2006/relationships/hyperlink" Target="https://maps.app.goo.gl/Kt2t52gNrgEb64c49" TargetMode="External"/><Relationship Id="rId5" Type="http://schemas.openxmlformats.org/officeDocument/2006/relationships/hyperlink" Target="https://maps.app.goo.gl/tJFtWGRaPmAdoBoG9" TargetMode="External"/><Relationship Id="rId10" Type="http://schemas.openxmlformats.org/officeDocument/2006/relationships/hyperlink" Target="https://maps.app.goo.gl/9bYZQrjqUQMt1TEC6" TargetMode="External"/><Relationship Id="rId4" Type="http://schemas.openxmlformats.org/officeDocument/2006/relationships/hyperlink" Target="https://maps.app.goo.gl/sN1Juavs1KHfK7PT7" TargetMode="External"/><Relationship Id="rId9" Type="http://schemas.openxmlformats.org/officeDocument/2006/relationships/hyperlink" Target="https://www.google.com/maps/place/H%C3%B3tel+Hamar/@64.5720907,-21.8864129,17z/data=!4m11!3m10!1s0x48d5c85735b8cfd5:0x27739cc6c75d32e5!5m4!1s2025-12-02!2i3!4m1!1i2!8m2!3d64.5720908!4d-21.881542!16s%2Fg%2F1tcv5xfl?entry=ttu&amp;g_ep=EgoyMDI1MDgxOS4wIKXMDSoASAFQAw%3D%3D" TargetMode="External"/><Relationship Id="rId14" Type="http://schemas.openxmlformats.org/officeDocument/2006/relationships/hyperlink" Target="https://maps.app.goo.gl/hxEVEHaD1oyNFGeG8" TargetMode="Externa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maps.app.goo.gl/hSQmKA1BFghCyEpC6" TargetMode="External"/><Relationship Id="rId3" Type="http://schemas.openxmlformats.org/officeDocument/2006/relationships/hyperlink" Target="https://maps.app.goo.gl/SNPtWUffFA4DMhueA" TargetMode="External"/><Relationship Id="rId7" Type="http://schemas.openxmlformats.org/officeDocument/2006/relationships/hyperlink" Target="https://www.google.com/maps/place/Skaftafell/@64.070414,-16.9777504,17z/data=!3m1!4b1!4m6!3m5!1s0x48d035dd195fd15b:0x7aeae20830cc34d0!8m2!3d64.070414!4d-16.9751755!16zL20vMDMxOWc3?entry=ttu&amp;g_ep=EgoyMDI1MDgyNy4wIKXMDSoASAFQAw%3D%3D" TargetMode="External"/><Relationship Id="rId2" Type="http://schemas.openxmlformats.org/officeDocument/2006/relationships/hyperlink" Target="https://www.google.com/maps/place/H%C3%B3tel+Hamar/@64.5720907,-21.8864129,17z/data=!4m11!3m10!1s0x48d5c85735b8cfd5:0x27739cc6c75d32e5!5m4!1s2025-12-02!2i3!4m1!1i2!8m2!3d64.5720908!4d-21.881542!16s%2Fg%2F1tcv5xfl?entry=ttu&amp;g_ep=EgoyMDI1MDgxOS4wIKXMDSoASAFQAw%3D%3D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google.com/maps/place/H%C3%B3tel+J%C3%B6kulsarlon+-+Glacier+Lagoon+Hotel/@64.1214809,-16.073726,17z/data=!4m11!3m10!1s0x48cfd3630e3cf55d:0x8a5abf7351c3c060!5m4!1s2025-12-02!2i3!4m1!1i2!8m2!3d64.121481!4d-16.0688551!16s%2Fg%2F11y3ybssk2?entry=ttu&amp;g_ep=EgoyMDI1MDgxOS4wIKXMDSoASAFQAw%3D%3D" TargetMode="External"/><Relationship Id="rId5" Type="http://schemas.openxmlformats.org/officeDocument/2006/relationships/hyperlink" Target="https://maps.app.goo.gl/f6UTHPzAD5UjcNne7" TargetMode="External"/><Relationship Id="rId4" Type="http://schemas.openxmlformats.org/officeDocument/2006/relationships/hyperlink" Target="https://maps.app.goo.gl/X22wK13GLcyk3eeK7" TargetMode="Externa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hyperlink" Target="https://maps.app.goo.gl/2Q1ktPZBTXPGxXqV6" TargetMode="External"/><Relationship Id="rId3" Type="http://schemas.openxmlformats.org/officeDocument/2006/relationships/hyperlink" Target="https://maps.app.goo.gl/RKzLfBpXKbv47k7y5" TargetMode="External"/><Relationship Id="rId7" Type="http://schemas.openxmlformats.org/officeDocument/2006/relationships/hyperlink" Target="https://maps.app.goo.gl/6RYzQxysUVgSDbFk7" TargetMode="External"/><Relationship Id="rId12" Type="http://schemas.openxmlformats.org/officeDocument/2006/relationships/hyperlink" Target="https://www.google.com/maps/place/%E9%9B%B7%E5%85%8B%E9%9B%85%E7%B6%AD%E5%85%8B%E5%87%B1%E5%A4%AB%E6%8B%89%E7%B6%AD%E5%85%8B%E6%A9%9F%E5%A0%B4%E8%90%AC%E6%80%A1%E9%85%92%E5%BA%97/@63.9988403,-22.5872948,17z/data=!4m11!3m10!1s0x48d6020367b268b9:0x8b1fd2aa82836928!5m4!1s2025-12-02!2i3!4m1!1i2!8m2!3d63.9988403!4d-22.5847199!16s%2Fg%2F11fp9dbf9n?entry=ttu&amp;g_ep=EgoyMDI1MDgxOS4wIKXMDSoASAFQAw%3D%3D" TargetMode="External"/><Relationship Id="rId2" Type="http://schemas.openxmlformats.org/officeDocument/2006/relationships/hyperlink" Target="https://www.google.com/maps/place/H%C3%B3tel+J%C3%B6kulsarlon+-+Glacier+Lagoon+Hotel/@64.1214809,-16.073726,17z/data=!4m11!3m10!1s0x48cfd3630e3cf55d:0x8a5abf7351c3c060!5m4!1s2025-12-02!2i3!4m1!1i2!8m2!3d64.121481!4d-16.0688551!16s%2Fg%2F11y3ybssk2?entry=ttu&amp;g_ep=EgoyMDI1MDgxOS4wIKXMDSoASAFQAw%3D%3D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google.com/maps/place/Hotel+Reykjav%C3%ADk+Saga/@64.1459929,-21.9412908,17z/data=!4m11!3m10!1s0x48d60b1bf5371953:0x4d79f17abaddc52a!5m4!1s2025-12-02!2i3!4m1!1i2!8m2!3d64.1459929!4d-21.9387159!16s%2Fg%2F11pzysvcq2?entry=ttu&amp;g_ep=EgoyMDI1MDgxOS4wIKXMDSoASAFQAw%3D%3D" TargetMode="External"/><Relationship Id="rId11" Type="http://schemas.openxmlformats.org/officeDocument/2006/relationships/hyperlink" Target="https://maps.app.goo.gl/zBm3zzkv1QKwbvD5A" TargetMode="External"/><Relationship Id="rId5" Type="http://schemas.openxmlformats.org/officeDocument/2006/relationships/hyperlink" Target="https://maps.app.goo.gl/NxwGKMa4TSnPUBZo6" TargetMode="External"/><Relationship Id="rId10" Type="http://schemas.openxmlformats.org/officeDocument/2006/relationships/hyperlink" Target="https://maps.app.goo.gl/jx5EPaHJmDyqgGda6" TargetMode="External"/><Relationship Id="rId4" Type="http://schemas.openxmlformats.org/officeDocument/2006/relationships/hyperlink" Target="https://maps.app.goo.gl/hd2A7QtiW9ZC2t7u5" TargetMode="External"/><Relationship Id="rId9" Type="http://schemas.openxmlformats.org/officeDocument/2006/relationships/hyperlink" Target="https://maps.app.goo.gl/eg3dFP486HF8jGGQ6" TargetMode="Externa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oogle.com/maps/place/Page8+-+Page+Hotels/@51.50931,-0.1294055,17z/data=!3m2!4b1!5s0x487604ce7dbd6dbf:0x33d9d74d494126d6!4m11!3m10!1s0x4876056230d84fab:0xb093af3a27326bc8!5m4!1s2025-12-02!2i3!4m1!1i2!8m2!3d51.50931!4d-0.1268306!16s%2Fg%2F11pcpkcq14?entry=ttu&amp;g_ep=EgoyMDI1MDgxOS4wIKXMDSoASAFQAw%3D%3D" TargetMode="External"/><Relationship Id="rId2" Type="http://schemas.openxmlformats.org/officeDocument/2006/relationships/hyperlink" Target="https://www.google.com/maps/place/%E9%9B%B7%E5%85%8B%E9%9B%85%E7%B6%AD%E5%85%8B%E5%87%B1%E5%A4%AB%E6%8B%89%E7%B6%AD%E5%85%8B%E6%A9%9F%E5%A0%B4%E8%90%AC%E6%80%A1%E9%85%92%E5%BA%97/@63.9988403,-22.5872948,17z/data=!4m11!3m10!1s0x48d6020367b268b9:0x8b1fd2aa82836928!5m4!1s2025-12-02!2i3!4m1!1i2!8m2!3d63.9988403!4d-22.5847199!16s%2Fg%2F11fp9dbf9n?entry=ttu&amp;g_ep=EgoyMDI1MDgxOS4wIKXMDSoASAFQAw%3D%3D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maps.app.goo.gl/gCEyjUKtJskCzKmV7" TargetMode="External"/><Relationship Id="rId4" Type="http://schemas.openxmlformats.org/officeDocument/2006/relationships/hyperlink" Target="https://maps.app.goo.gl/nYTxetN4R6XyG9o5A" TargetMode="Externa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google.com/maps/place/Page8+-+Page+Hotels/@51.50931,-0.1294055,17z/data=!3m2!4b1!5s0x487604ce7dbd6dbf:0x33d9d74d494126d6!4m11!3m10!1s0x4876056230d84fab:0xb093af3a27326bc8!5m4!1s2025-12-02!2i3!4m1!1i2!8m2!3d51.50931!4d-0.1268306!16s%2Fg%2F11pcpkcq14?entry=ttu&amp;g_ep=EgoyMDI1MDgxOS4wIKXMDSoASAFQAw%3D%3D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D571579-C52E-57D6-385E-0D1EDA0BC88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574DC7D6-99B5-791A-A168-14AAD24970F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5" name="Picture 2" descr="第一次冰島旅遊注意事項｜冰島自助必備 | Jourtrip">
            <a:extLst>
              <a:ext uri="{FF2B5EF4-FFF2-40B4-BE49-F238E27FC236}">
                <a16:creationId xmlns:a16="http://schemas.microsoft.com/office/drawing/2014/main" id="{62CB6A62-6F41-68D6-C7DE-B8DC18F628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59A802A4-8A99-00F9-3BBE-C10EAC61B1C7}"/>
              </a:ext>
            </a:extLst>
          </p:cNvPr>
          <p:cNvSpPr txBox="1"/>
          <p:nvPr/>
        </p:nvSpPr>
        <p:spPr>
          <a:xfrm>
            <a:off x="6622473" y="6365300"/>
            <a:ext cx="5569527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n-US" altLang="zh-TW" sz="3200" b="1" dirty="0">
                <a:latin typeface="Dreaming Outloud Pro" panose="03050502040302030504" pitchFamily="66" charset="0"/>
                <a:cs typeface="Dreaming Outloud Pro" panose="03050502040302030504" pitchFamily="66" charset="0"/>
              </a:rPr>
              <a:t>Iceland</a:t>
            </a:r>
            <a:r>
              <a:rPr lang="zh-TW" altLang="en-US" sz="3200" b="1" dirty="0">
                <a:latin typeface="Dreaming Outloud Pro" panose="03050502040302030504" pitchFamily="66" charset="0"/>
                <a:cs typeface="Dreaming Outloud Pro" panose="03050502040302030504" pitchFamily="66" charset="0"/>
              </a:rPr>
              <a:t> </a:t>
            </a:r>
            <a:r>
              <a:rPr lang="en-US" altLang="zh-TW" sz="1600" b="1" dirty="0">
                <a:latin typeface="Dreaming Outloud Pro" panose="03050502040302030504" pitchFamily="66" charset="0"/>
                <a:cs typeface="Dreaming Outloud Pro" panose="03050502040302030504" pitchFamily="66" charset="0"/>
              </a:rPr>
              <a:t>02.23 – 03.02</a:t>
            </a:r>
            <a:endParaRPr lang="zh-TW" altLang="en-US" sz="3200" b="1" dirty="0">
              <a:latin typeface="Dreaming Outloud Pro" panose="03050502040302030504" pitchFamily="66" charset="0"/>
              <a:cs typeface="Dreaming Outloud Pro" panose="030505020403020305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18751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內容版面配置區 6">
            <a:extLst>
              <a:ext uri="{FF2B5EF4-FFF2-40B4-BE49-F238E27FC236}">
                <a16:creationId xmlns:a16="http://schemas.microsoft.com/office/drawing/2014/main" id="{625B194D-9A6A-E23B-7F0D-8BAC8D25E6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9636" y="874279"/>
            <a:ext cx="10515600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TW" b="1" dirty="0">
                <a:latin typeface="Dreaming Outloud Pro" panose="03050502040302030504" pitchFamily="66" charset="0"/>
                <a:cs typeface="Dreaming Outloud Pro" panose="03050502040302030504" pitchFamily="66" charset="0"/>
              </a:rPr>
              <a:t>Flight </a:t>
            </a:r>
          </a:p>
          <a:p>
            <a:pPr marL="0" indent="0">
              <a:buNone/>
            </a:pPr>
            <a:r>
              <a:rPr lang="en-US" altLang="zh-TW" sz="2400" dirty="0">
                <a:solidFill>
                  <a:srgbClr val="0070C0"/>
                </a:solidFill>
                <a:latin typeface="Dreaming Outloud Pro" panose="03050502040302030504" pitchFamily="66" charset="0"/>
                <a:ea typeface="微軟正黑體" panose="020B0604030504040204" pitchFamily="34" charset="-120"/>
                <a:cs typeface="Dreaming Outloud Pro" panose="03050502040302030504" pitchFamily="66" charset="0"/>
              </a:rPr>
              <a:t>02/23</a:t>
            </a:r>
            <a:r>
              <a:rPr lang="zh-TW" altLang="en-US" sz="2400" dirty="0">
                <a:solidFill>
                  <a:srgbClr val="0070C0"/>
                </a:solidFill>
                <a:latin typeface="Dreaming Outloud Pro" panose="03050502040302030504" pitchFamily="66" charset="0"/>
                <a:ea typeface="微軟正黑體" panose="020B0604030504040204" pitchFamily="34" charset="-120"/>
                <a:cs typeface="Dreaming Outloud Pro" panose="03050502040302030504" pitchFamily="66" charset="0"/>
              </a:rPr>
              <a:t> </a:t>
            </a:r>
            <a:r>
              <a:rPr lang="en-US" altLang="zh-TW" sz="2400" dirty="0">
                <a:solidFill>
                  <a:srgbClr val="0070C0"/>
                </a:solidFill>
                <a:latin typeface="Dreaming Outloud Pro" panose="03050502040302030504" pitchFamily="66" charset="0"/>
                <a:ea typeface="微軟正黑體" panose="020B0604030504040204" pitchFamily="34" charset="-120"/>
                <a:cs typeface="Dreaming Outloud Pro" panose="03050502040302030504" pitchFamily="66" charset="0"/>
              </a:rPr>
              <a:t>	TPE-LHR	08:40 – 16:55</a:t>
            </a:r>
            <a:br>
              <a:rPr lang="en-US" altLang="zh-TW" sz="2400" dirty="0">
                <a:latin typeface="Dreaming Outloud Pro" panose="03050502040302030504" pitchFamily="66" charset="0"/>
                <a:ea typeface="微軟正黑體" panose="020B0604030504040204" pitchFamily="34" charset="-120"/>
                <a:cs typeface="Dreaming Outloud Pro" panose="03050502040302030504" pitchFamily="66" charset="0"/>
              </a:rPr>
            </a:br>
            <a:r>
              <a:rPr lang="en-US" altLang="zh-TW" sz="2400" dirty="0">
                <a:latin typeface="Dreaming Outloud Pro" panose="03050502040302030504" pitchFamily="66" charset="0"/>
                <a:ea typeface="微軟正黑體" panose="020B0604030504040204" pitchFamily="34" charset="-120"/>
                <a:cs typeface="Dreaming Outloud Pro" panose="03050502040302030504" pitchFamily="66" charset="0"/>
              </a:rPr>
              <a:t>02/24</a:t>
            </a:r>
            <a:r>
              <a:rPr lang="zh-TW" altLang="en-US" sz="2400" dirty="0">
                <a:latin typeface="Dreaming Outloud Pro" panose="03050502040302030504" pitchFamily="66" charset="0"/>
                <a:ea typeface="微軟正黑體" panose="020B0604030504040204" pitchFamily="34" charset="-120"/>
                <a:cs typeface="Dreaming Outloud Pro" panose="03050502040302030504" pitchFamily="66" charset="0"/>
              </a:rPr>
              <a:t> </a:t>
            </a:r>
            <a:r>
              <a:rPr lang="en-US" altLang="zh-TW" sz="2400" dirty="0">
                <a:latin typeface="Dreaming Outloud Pro" panose="03050502040302030504" pitchFamily="66" charset="0"/>
                <a:ea typeface="微軟正黑體" panose="020B0604030504040204" pitchFamily="34" charset="-120"/>
                <a:cs typeface="Dreaming Outloud Pro" panose="03050502040302030504" pitchFamily="66" charset="0"/>
              </a:rPr>
              <a:t>	LHR-KEF	07:35 – 10:55</a:t>
            </a:r>
            <a:br>
              <a:rPr lang="en-US" altLang="zh-TW" sz="2400" dirty="0">
                <a:latin typeface="Dreaming Outloud Pro" panose="03050502040302030504" pitchFamily="66" charset="0"/>
                <a:ea typeface="微軟正黑體" panose="020B0604030504040204" pitchFamily="34" charset="-120"/>
                <a:cs typeface="Dreaming Outloud Pro" panose="03050502040302030504" pitchFamily="66" charset="0"/>
              </a:rPr>
            </a:br>
            <a:r>
              <a:rPr lang="en-US" altLang="zh-TW" sz="2400" dirty="0">
                <a:latin typeface="Dreaming Outloud Pro" panose="03050502040302030504" pitchFamily="66" charset="0"/>
                <a:ea typeface="微軟正黑體" panose="020B0604030504040204" pitchFamily="34" charset="-120"/>
                <a:cs typeface="Dreaming Outloud Pro" panose="03050502040302030504" pitchFamily="66" charset="0"/>
              </a:rPr>
              <a:t>03/03</a:t>
            </a:r>
            <a:r>
              <a:rPr lang="zh-TW" altLang="en-US" sz="2400" dirty="0">
                <a:latin typeface="Dreaming Outloud Pro" panose="03050502040302030504" pitchFamily="66" charset="0"/>
                <a:ea typeface="微軟正黑體" panose="020B0604030504040204" pitchFamily="34" charset="-120"/>
                <a:cs typeface="Dreaming Outloud Pro" panose="03050502040302030504" pitchFamily="66" charset="0"/>
              </a:rPr>
              <a:t> </a:t>
            </a:r>
            <a:r>
              <a:rPr lang="en-US" altLang="zh-TW" sz="2400" dirty="0">
                <a:latin typeface="Dreaming Outloud Pro" panose="03050502040302030504" pitchFamily="66" charset="0"/>
                <a:ea typeface="微軟正黑體" panose="020B0604030504040204" pitchFamily="34" charset="-120"/>
                <a:cs typeface="Dreaming Outloud Pro" panose="03050502040302030504" pitchFamily="66" charset="0"/>
              </a:rPr>
              <a:t>	KEF-LHR	11:50 – 15:00</a:t>
            </a:r>
            <a:br>
              <a:rPr lang="en-US" altLang="zh-TW" sz="2400" dirty="0">
                <a:latin typeface="Dreaming Outloud Pro" panose="03050502040302030504" pitchFamily="66" charset="0"/>
                <a:ea typeface="微軟正黑體" panose="020B0604030504040204" pitchFamily="34" charset="-120"/>
                <a:cs typeface="Dreaming Outloud Pro" panose="03050502040302030504" pitchFamily="66" charset="0"/>
              </a:rPr>
            </a:br>
            <a:r>
              <a:rPr lang="en-US" altLang="zh-TW" sz="2400" dirty="0">
                <a:solidFill>
                  <a:srgbClr val="0070C0"/>
                </a:solidFill>
                <a:latin typeface="Dreaming Outloud Pro" panose="03050502040302030504" pitchFamily="66" charset="0"/>
                <a:ea typeface="微軟正黑體" panose="020B0604030504040204" pitchFamily="34" charset="-120"/>
                <a:cs typeface="Dreaming Outloud Pro" panose="03050502040302030504" pitchFamily="66" charset="0"/>
              </a:rPr>
              <a:t>03/06</a:t>
            </a:r>
            <a:r>
              <a:rPr lang="zh-TW" altLang="en-US" sz="2400" dirty="0">
                <a:solidFill>
                  <a:srgbClr val="0070C0"/>
                </a:solidFill>
                <a:latin typeface="Dreaming Outloud Pro" panose="03050502040302030504" pitchFamily="66" charset="0"/>
                <a:ea typeface="微軟正黑體" panose="020B0604030504040204" pitchFamily="34" charset="-120"/>
                <a:cs typeface="Dreaming Outloud Pro" panose="03050502040302030504" pitchFamily="66" charset="0"/>
              </a:rPr>
              <a:t> </a:t>
            </a:r>
            <a:r>
              <a:rPr lang="en-US" altLang="zh-TW" sz="2400" dirty="0">
                <a:solidFill>
                  <a:srgbClr val="0070C0"/>
                </a:solidFill>
                <a:latin typeface="Dreaming Outloud Pro" panose="03050502040302030504" pitchFamily="66" charset="0"/>
                <a:ea typeface="微軟正黑體" panose="020B0604030504040204" pitchFamily="34" charset="-120"/>
                <a:cs typeface="Dreaming Outloud Pro" panose="03050502040302030504" pitchFamily="66" charset="0"/>
              </a:rPr>
              <a:t>	LHR-TPE	21:15</a:t>
            </a:r>
            <a:r>
              <a:rPr lang="zh-TW" altLang="en-US" sz="2400" dirty="0">
                <a:solidFill>
                  <a:srgbClr val="0070C0"/>
                </a:solidFill>
                <a:latin typeface="Dreaming Outloud Pro" panose="03050502040302030504" pitchFamily="66" charset="0"/>
                <a:ea typeface="微軟正黑體" panose="020B0604030504040204" pitchFamily="34" charset="-120"/>
                <a:cs typeface="Dreaming Outloud Pro" panose="03050502040302030504" pitchFamily="66" charset="0"/>
              </a:rPr>
              <a:t> </a:t>
            </a:r>
            <a:r>
              <a:rPr lang="en-US" altLang="zh-TW" sz="2400" dirty="0">
                <a:solidFill>
                  <a:srgbClr val="0070C0"/>
                </a:solidFill>
                <a:latin typeface="Dreaming Outloud Pro" panose="03050502040302030504" pitchFamily="66" charset="0"/>
                <a:ea typeface="微軟正黑體" panose="020B0604030504040204" pitchFamily="34" charset="-120"/>
                <a:cs typeface="Dreaming Outloud Pro" panose="03050502040302030504" pitchFamily="66" charset="0"/>
              </a:rPr>
              <a:t>–</a:t>
            </a:r>
            <a:r>
              <a:rPr lang="zh-TW" altLang="en-US" sz="2400" dirty="0">
                <a:solidFill>
                  <a:srgbClr val="0070C0"/>
                </a:solidFill>
                <a:latin typeface="Dreaming Outloud Pro" panose="03050502040302030504" pitchFamily="66" charset="0"/>
                <a:ea typeface="微軟正黑體" panose="020B0604030504040204" pitchFamily="34" charset="-120"/>
                <a:cs typeface="Dreaming Outloud Pro" panose="03050502040302030504" pitchFamily="66" charset="0"/>
              </a:rPr>
              <a:t> </a:t>
            </a:r>
            <a:r>
              <a:rPr lang="en-US" altLang="zh-TW" sz="2400" dirty="0">
                <a:solidFill>
                  <a:srgbClr val="0070C0"/>
                </a:solidFill>
                <a:latin typeface="Dreaming Outloud Pro" panose="03050502040302030504" pitchFamily="66" charset="0"/>
                <a:ea typeface="微軟正黑體" panose="020B0604030504040204" pitchFamily="34" charset="-120"/>
                <a:cs typeface="Dreaming Outloud Pro" panose="03050502040302030504" pitchFamily="66" charset="0"/>
              </a:rPr>
              <a:t>18:35+1</a:t>
            </a:r>
            <a:endParaRPr lang="en-US" altLang="zh-TW" sz="2400" dirty="0">
              <a:solidFill>
                <a:srgbClr val="0070C0"/>
              </a:solidFill>
              <a:latin typeface="Dreaming Outloud Pro" panose="03050502040302030504" pitchFamily="66" charset="0"/>
              <a:ea typeface="微軟正黑體" panose="020B0604030504040204" pitchFamily="34" charset="-120"/>
              <a:cs typeface="Dreaming Outloud Pro" panose="03050502040302030504" pitchFamily="66" charset="0"/>
              <a:hlinkClick r:id="rId2"/>
            </a:endParaRPr>
          </a:p>
          <a:p>
            <a:pPr marL="0" indent="0">
              <a:buNone/>
            </a:pPr>
            <a:endParaRPr lang="en-US" altLang="zh-TW" sz="2400" dirty="0">
              <a:latin typeface="Dreaming Outloud Pro" panose="03050502040302030504" pitchFamily="66" charset="0"/>
              <a:ea typeface="微軟正黑體" panose="020B0604030504040204" pitchFamily="34" charset="-120"/>
              <a:cs typeface="Dreaming Outloud Pro" panose="03050502040302030504" pitchFamily="66" charset="0"/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0" indent="0">
              <a:buNone/>
            </a:pPr>
            <a:endParaRPr lang="en-US" altLang="zh-TW" dirty="0">
              <a:latin typeface="Dreaming Outloud Pro" panose="03050502040302030504" pitchFamily="66" charset="0"/>
              <a:cs typeface="Dreaming Outloud Pro" panose="03050502040302030504" pitchFamily="66" charset="0"/>
            </a:endParaRPr>
          </a:p>
          <a:p>
            <a:pPr marL="0" indent="0">
              <a:buNone/>
            </a:pPr>
            <a:r>
              <a:rPr lang="en-US" altLang="zh-TW" b="1" dirty="0">
                <a:latin typeface="Dreaming Outloud Pro" panose="03050502040302030504" pitchFamily="66" charset="0"/>
                <a:cs typeface="Dreaming Outloud Pro" panose="03050502040302030504" pitchFamily="66" charset="0"/>
              </a:rPr>
              <a:t>Car Rental</a:t>
            </a:r>
          </a:p>
          <a:p>
            <a:pPr marL="0" indent="0">
              <a:buNone/>
            </a:pPr>
            <a:endParaRPr lang="en-US" altLang="zh-TW" dirty="0">
              <a:latin typeface="Dreaming Outloud Pro" panose="03050502040302030504" pitchFamily="66" charset="0"/>
              <a:cs typeface="Dreaming Outloud Pro" panose="03050502040302030504" pitchFamily="66" charset="0"/>
            </a:endParaRPr>
          </a:p>
          <a:p>
            <a:endParaRPr lang="en-US" altLang="zh-TW" dirty="0">
              <a:latin typeface="Dreaming Outloud Pro" panose="03050502040302030504" pitchFamily="66" charset="0"/>
              <a:cs typeface="Dreaming Outloud Pro" panose="03050502040302030504" pitchFamily="66" charset="0"/>
            </a:endParaRPr>
          </a:p>
          <a:p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" name="標題 5">
            <a:extLst>
              <a:ext uri="{FF2B5EF4-FFF2-40B4-BE49-F238E27FC236}">
                <a16:creationId xmlns:a16="http://schemas.microsoft.com/office/drawing/2014/main" id="{26E8C2C7-BED2-13C9-C719-DEE3C216D180}"/>
              </a:ext>
            </a:extLst>
          </p:cNvPr>
          <p:cNvSpPr txBox="1">
            <a:spLocks/>
          </p:cNvSpPr>
          <p:nvPr/>
        </p:nvSpPr>
        <p:spPr>
          <a:xfrm>
            <a:off x="9633626" y="0"/>
            <a:ext cx="2558374" cy="39225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altLang="zh-TW" sz="2800" b="1" dirty="0">
                <a:latin typeface="Dreaming Outloud Pro" panose="03050502040302030504" pitchFamily="66" charset="0"/>
                <a:ea typeface="+mn-ea"/>
                <a:cs typeface="Dreaming Outloud Pro" panose="03050502040302030504" pitchFamily="66" charset="0"/>
              </a:rPr>
              <a:t>Information</a:t>
            </a:r>
            <a:endParaRPr lang="zh-TW" altLang="en-US" sz="2800" b="1" dirty="0">
              <a:latin typeface="Dreaming Outloud Pro" panose="03050502040302030504" pitchFamily="66" charset="0"/>
              <a:ea typeface="+mn-ea"/>
              <a:cs typeface="Dreaming Outloud Pro" panose="03050502040302030504" pitchFamily="66" charset="0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7913A778-595B-6BD7-E6C5-2937EAF0D4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3711" y="4788153"/>
            <a:ext cx="4378613" cy="1697830"/>
          </a:xfrm>
          <a:prstGeom prst="rect">
            <a:avLst/>
          </a:prstGeom>
        </p:spPr>
      </p:pic>
      <p:grpSp>
        <p:nvGrpSpPr>
          <p:cNvPr id="10" name="群組 9">
            <a:extLst>
              <a:ext uri="{FF2B5EF4-FFF2-40B4-BE49-F238E27FC236}">
                <a16:creationId xmlns:a16="http://schemas.microsoft.com/office/drawing/2014/main" id="{8224F27F-4C1C-ABF4-5FAA-A15F9C5E3D14}"/>
              </a:ext>
            </a:extLst>
          </p:cNvPr>
          <p:cNvGrpSpPr/>
          <p:nvPr/>
        </p:nvGrpSpPr>
        <p:grpSpPr>
          <a:xfrm>
            <a:off x="6593491" y="675705"/>
            <a:ext cx="3297545" cy="1933764"/>
            <a:chOff x="5262767" y="570397"/>
            <a:chExt cx="3297545" cy="1933764"/>
          </a:xfrm>
        </p:grpSpPr>
        <p:pic>
          <p:nvPicPr>
            <p:cNvPr id="4" name="圖片 3">
              <a:extLst>
                <a:ext uri="{FF2B5EF4-FFF2-40B4-BE49-F238E27FC236}">
                  <a16:creationId xmlns:a16="http://schemas.microsoft.com/office/drawing/2014/main" id="{6931CD6D-AD90-FE18-1CD6-F34095D2794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262767" y="644937"/>
              <a:ext cx="3297545" cy="1859224"/>
            </a:xfrm>
            <a:prstGeom prst="rect">
              <a:avLst/>
            </a:prstGeom>
          </p:spPr>
        </p:pic>
        <p:sp>
          <p:nvSpPr>
            <p:cNvPr id="8" name="矩形: 圓角 7">
              <a:extLst>
                <a:ext uri="{FF2B5EF4-FFF2-40B4-BE49-F238E27FC236}">
                  <a16:creationId xmlns:a16="http://schemas.microsoft.com/office/drawing/2014/main" id="{E6BB1A06-70E6-A79B-729F-F557A62CAACD}"/>
                </a:ext>
              </a:extLst>
            </p:cNvPr>
            <p:cNvSpPr/>
            <p:nvPr/>
          </p:nvSpPr>
          <p:spPr>
            <a:xfrm>
              <a:off x="5262767" y="570397"/>
              <a:ext cx="1247775" cy="252680"/>
            </a:xfrm>
            <a:prstGeom prst="round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b="1">
                  <a:latin typeface="Dreaming Outloud Pro" panose="03050502040302030504" pitchFamily="66" charset="0"/>
                  <a:cs typeface="Dreaming Outloud Pro" panose="03050502040302030504" pitchFamily="66" charset="0"/>
                </a:rPr>
                <a:t>#F3OKUO</a:t>
              </a:r>
              <a:endParaRPr lang="zh-TW" altLang="en-US"/>
            </a:p>
          </p:txBody>
        </p:sp>
      </p:grpSp>
      <p:grpSp>
        <p:nvGrpSpPr>
          <p:cNvPr id="11" name="群組 10">
            <a:extLst>
              <a:ext uri="{FF2B5EF4-FFF2-40B4-BE49-F238E27FC236}">
                <a16:creationId xmlns:a16="http://schemas.microsoft.com/office/drawing/2014/main" id="{AFDCF4A7-B185-FD28-17FD-CAB1F7E6F9DD}"/>
              </a:ext>
            </a:extLst>
          </p:cNvPr>
          <p:cNvGrpSpPr/>
          <p:nvPr/>
        </p:nvGrpSpPr>
        <p:grpSpPr>
          <a:xfrm>
            <a:off x="6603711" y="2992798"/>
            <a:ext cx="5290669" cy="1409918"/>
            <a:chOff x="5927436" y="2772887"/>
            <a:chExt cx="5290669" cy="1409918"/>
          </a:xfrm>
        </p:grpSpPr>
        <p:pic>
          <p:nvPicPr>
            <p:cNvPr id="5" name="圖片 4">
              <a:extLst>
                <a:ext uri="{FF2B5EF4-FFF2-40B4-BE49-F238E27FC236}">
                  <a16:creationId xmlns:a16="http://schemas.microsoft.com/office/drawing/2014/main" id="{7F157563-E190-874C-6961-2045E94AD26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927436" y="2872769"/>
              <a:ext cx="5290669" cy="1310036"/>
            </a:xfrm>
            <a:prstGeom prst="rect">
              <a:avLst/>
            </a:prstGeom>
          </p:spPr>
        </p:pic>
        <p:sp>
          <p:nvSpPr>
            <p:cNvPr id="9" name="矩形: 圓角 8">
              <a:extLst>
                <a:ext uri="{FF2B5EF4-FFF2-40B4-BE49-F238E27FC236}">
                  <a16:creationId xmlns:a16="http://schemas.microsoft.com/office/drawing/2014/main" id="{974B4B4C-D62B-4E54-0F47-435E8575B5CB}"/>
                </a:ext>
              </a:extLst>
            </p:cNvPr>
            <p:cNvSpPr/>
            <p:nvPr/>
          </p:nvSpPr>
          <p:spPr>
            <a:xfrm>
              <a:off x="5927436" y="2772887"/>
              <a:ext cx="1247775" cy="252680"/>
            </a:xfrm>
            <a:prstGeom prst="round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b="1" dirty="0">
                  <a:latin typeface="Dreaming Outloud Pro" panose="03050502040302030504" pitchFamily="66" charset="0"/>
                  <a:cs typeface="Dreaming Outloud Pro" panose="03050502040302030504" pitchFamily="66" charset="0"/>
                </a:rPr>
                <a:t>#YWSN44</a:t>
              </a:r>
              <a:endParaRPr lang="zh-TW" altLang="en-US" dirty="0"/>
            </a:p>
          </p:txBody>
        </p:sp>
      </p:grpSp>
      <p:grpSp>
        <p:nvGrpSpPr>
          <p:cNvPr id="18" name="群組 17">
            <a:extLst>
              <a:ext uri="{FF2B5EF4-FFF2-40B4-BE49-F238E27FC236}">
                <a16:creationId xmlns:a16="http://schemas.microsoft.com/office/drawing/2014/main" id="{50794EF2-3E6B-9265-9371-308DD82DCAF0}"/>
              </a:ext>
            </a:extLst>
          </p:cNvPr>
          <p:cNvGrpSpPr/>
          <p:nvPr/>
        </p:nvGrpSpPr>
        <p:grpSpPr>
          <a:xfrm>
            <a:off x="378691" y="1566863"/>
            <a:ext cx="290945" cy="1021556"/>
            <a:chOff x="378691" y="1533236"/>
            <a:chExt cx="290945" cy="1076233"/>
          </a:xfrm>
        </p:grpSpPr>
        <p:cxnSp>
          <p:nvCxnSpPr>
            <p:cNvPr id="13" name="直線接點 12">
              <a:extLst>
                <a:ext uri="{FF2B5EF4-FFF2-40B4-BE49-F238E27FC236}">
                  <a16:creationId xmlns:a16="http://schemas.microsoft.com/office/drawing/2014/main" id="{956D9C19-F9F6-B7B7-13C1-E503277AC7FE}"/>
                </a:ext>
              </a:extLst>
            </p:cNvPr>
            <p:cNvCxnSpPr/>
            <p:nvPr/>
          </p:nvCxnSpPr>
          <p:spPr>
            <a:xfrm>
              <a:off x="378691" y="1533236"/>
              <a:ext cx="290945" cy="0"/>
            </a:xfrm>
            <a:prstGeom prst="line">
              <a:avLst/>
            </a:prstGeom>
            <a:ln w="28575">
              <a:solidFill>
                <a:srgbClr val="0070C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線接點 13">
              <a:extLst>
                <a:ext uri="{FF2B5EF4-FFF2-40B4-BE49-F238E27FC236}">
                  <a16:creationId xmlns:a16="http://schemas.microsoft.com/office/drawing/2014/main" id="{4B6F8636-B087-5985-B4B6-52513336174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78691" y="1533236"/>
              <a:ext cx="0" cy="1076233"/>
            </a:xfrm>
            <a:prstGeom prst="line">
              <a:avLst/>
            </a:prstGeom>
            <a:ln w="28575">
              <a:solidFill>
                <a:srgbClr val="0070C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線接點 16">
              <a:extLst>
                <a:ext uri="{FF2B5EF4-FFF2-40B4-BE49-F238E27FC236}">
                  <a16:creationId xmlns:a16="http://schemas.microsoft.com/office/drawing/2014/main" id="{5C10310A-0E84-35FC-E123-06FD1E528931}"/>
                </a:ext>
              </a:extLst>
            </p:cNvPr>
            <p:cNvCxnSpPr/>
            <p:nvPr/>
          </p:nvCxnSpPr>
          <p:spPr>
            <a:xfrm>
              <a:off x="378691" y="2609469"/>
              <a:ext cx="290945" cy="0"/>
            </a:xfrm>
            <a:prstGeom prst="line">
              <a:avLst/>
            </a:prstGeom>
            <a:ln w="28575">
              <a:solidFill>
                <a:srgbClr val="0070C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群組 19">
            <a:extLst>
              <a:ext uri="{FF2B5EF4-FFF2-40B4-BE49-F238E27FC236}">
                <a16:creationId xmlns:a16="http://schemas.microsoft.com/office/drawing/2014/main" id="{EF69A70B-9F96-8221-7CBF-9CDBFF4BB277}"/>
              </a:ext>
            </a:extLst>
          </p:cNvPr>
          <p:cNvGrpSpPr/>
          <p:nvPr/>
        </p:nvGrpSpPr>
        <p:grpSpPr>
          <a:xfrm>
            <a:off x="524163" y="1871663"/>
            <a:ext cx="158045" cy="411957"/>
            <a:chOff x="378691" y="1533236"/>
            <a:chExt cx="290945" cy="1076233"/>
          </a:xfrm>
        </p:grpSpPr>
        <p:cxnSp>
          <p:nvCxnSpPr>
            <p:cNvPr id="21" name="直線接點 20">
              <a:extLst>
                <a:ext uri="{FF2B5EF4-FFF2-40B4-BE49-F238E27FC236}">
                  <a16:creationId xmlns:a16="http://schemas.microsoft.com/office/drawing/2014/main" id="{CBB88F83-6409-5264-F4FE-E10CF89C4F3C}"/>
                </a:ext>
              </a:extLst>
            </p:cNvPr>
            <p:cNvCxnSpPr/>
            <p:nvPr/>
          </p:nvCxnSpPr>
          <p:spPr>
            <a:xfrm>
              <a:off x="378691" y="1533236"/>
              <a:ext cx="29094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線接點 21">
              <a:extLst>
                <a:ext uri="{FF2B5EF4-FFF2-40B4-BE49-F238E27FC236}">
                  <a16:creationId xmlns:a16="http://schemas.microsoft.com/office/drawing/2014/main" id="{63D1B0B5-9F54-9AE4-7DFF-9BC11996F37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78691" y="1533236"/>
              <a:ext cx="0" cy="1076233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線接點 22">
              <a:extLst>
                <a:ext uri="{FF2B5EF4-FFF2-40B4-BE49-F238E27FC236}">
                  <a16:creationId xmlns:a16="http://schemas.microsoft.com/office/drawing/2014/main" id="{387103FB-BA7D-BAF3-2652-3A3C4974C7B0}"/>
                </a:ext>
              </a:extLst>
            </p:cNvPr>
            <p:cNvCxnSpPr/>
            <p:nvPr/>
          </p:nvCxnSpPr>
          <p:spPr>
            <a:xfrm>
              <a:off x="378691" y="2609469"/>
              <a:ext cx="29094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2429572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0B9F56-9C4A-F951-41CE-DD36619FAB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內容版面配置區 6">
            <a:extLst>
              <a:ext uri="{FF2B5EF4-FFF2-40B4-BE49-F238E27FC236}">
                <a16:creationId xmlns:a16="http://schemas.microsoft.com/office/drawing/2014/main" id="{5AD0D865-CC92-9DEC-CDED-DF561ABD74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9636" y="874279"/>
            <a:ext cx="10515600" cy="584084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TW" sz="2900" b="1" dirty="0">
                <a:latin typeface="Dreaming Outloud Pro" panose="03050502040302030504" pitchFamily="66" charset="0"/>
                <a:cs typeface="Dreaming Outloud Pro" panose="03050502040302030504" pitchFamily="66" charset="0"/>
              </a:rPr>
              <a:t>Hotel</a:t>
            </a:r>
            <a:endParaRPr lang="en-US" altLang="zh-TW" sz="2900" b="1" dirty="0">
              <a:latin typeface="Dreaming Outloud Pro" panose="03050502040302030504" pitchFamily="66" charset="0"/>
              <a:cs typeface="Dreaming Outloud Pro" panose="03050502040302030504" pitchFamily="66" charset="0"/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0" indent="0" fontAlgn="base">
              <a:buNone/>
            </a:pPr>
            <a:r>
              <a:rPr lang="en-US" altLang="zh-TW" sz="2000" b="1" dirty="0">
                <a:solidFill>
                  <a:srgbClr val="0070C0"/>
                </a:solidFill>
                <a:latin typeface="Dreaming Outloud Pro" panose="03050502040302030504" pitchFamily="66" charset="0"/>
                <a:cs typeface="Dreaming Outloud Pro" panose="03050502040302030504" pitchFamily="66" charset="0"/>
              </a:rPr>
              <a:t>02/23: </a:t>
            </a:r>
            <a:r>
              <a:rPr lang="en-US" altLang="zh-TW" sz="2000" b="1" dirty="0">
                <a:solidFill>
                  <a:srgbClr val="0070C0"/>
                </a:solidFill>
                <a:latin typeface="Dreaming Outloud Pro" panose="03050502040302030504" pitchFamily="66" charset="0"/>
                <a:cs typeface="Dreaming Outloud Pro" panose="03050502040302030504" pitchFamily="66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Crowne Plaza London Heathrow T4 by IHG</a:t>
            </a:r>
            <a:endParaRPr lang="en-US" altLang="zh-TW" sz="2000" b="1" dirty="0">
              <a:solidFill>
                <a:srgbClr val="0070C0"/>
              </a:solidFill>
              <a:latin typeface="Dreaming Outloud Pro" panose="03050502040302030504" pitchFamily="66" charset="0"/>
              <a:cs typeface="Dreaming Outloud Pro" panose="03050502040302030504" pitchFamily="66" charset="0"/>
            </a:endParaRPr>
          </a:p>
          <a:p>
            <a:pPr marL="0" indent="0">
              <a:buNone/>
            </a:pPr>
            <a:r>
              <a:rPr lang="en-US" altLang="zh-TW" sz="2000" b="1" dirty="0">
                <a:latin typeface="Dreaming Outloud Pro" panose="03050502040302030504" pitchFamily="66" charset="0"/>
                <a:cs typeface="Dreaming Outloud Pro" panose="03050502040302030504" pitchFamily="66" charset="0"/>
              </a:rPr>
              <a:t>02/24: </a:t>
            </a:r>
            <a:r>
              <a:rPr lang="en-US" altLang="zh-TW" sz="2000" b="1" dirty="0">
                <a:latin typeface="Dreaming Outloud Pro" panose="03050502040302030504" pitchFamily="66" charset="0"/>
                <a:cs typeface="Dreaming Outloud Pro" panose="03050502040302030504" pitchFamily="66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</a:t>
            </a:r>
            <a:r>
              <a:rPr lang="en-US" altLang="zh-TW" sz="2000" b="1" dirty="0">
                <a:latin typeface="Dreaming Outloud Pro" panose="03050502040302030504" pitchFamily="66" charset="0"/>
                <a:cs typeface="Dreaming Outloud Pro" panose="03050502040302030504" pitchFamily="66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ó</a:t>
            </a:r>
            <a:r>
              <a:rPr lang="en-US" altLang="zh-TW" sz="2000" b="1" dirty="0">
                <a:latin typeface="Dreaming Outloud Pro" panose="03050502040302030504" pitchFamily="66" charset="0"/>
                <a:cs typeface="Dreaming Outloud Pro" panose="03050502040302030504" pitchFamily="66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tel Kria </a:t>
            </a:r>
            <a:endParaRPr lang="en-US" altLang="zh-TW" sz="2000" b="1" dirty="0">
              <a:latin typeface="Dreaming Outloud Pro" panose="03050502040302030504" pitchFamily="66" charset="0"/>
              <a:cs typeface="Dreaming Outloud Pro" panose="03050502040302030504" pitchFamily="66" charset="0"/>
            </a:endParaRPr>
          </a:p>
          <a:p>
            <a:pPr marL="0" indent="0">
              <a:buNone/>
            </a:pPr>
            <a:r>
              <a:rPr lang="en-US" altLang="zh-TW" sz="2000" b="1" dirty="0">
                <a:latin typeface="Dreaming Outloud Pro" panose="03050502040302030504" pitchFamily="66" charset="0"/>
                <a:cs typeface="Dreaming Outloud Pro" panose="03050502040302030504" pitchFamily="66" charset="0"/>
              </a:rPr>
              <a:t>02/25: </a:t>
            </a:r>
            <a:r>
              <a:rPr lang="en-US" altLang="zh-TW" sz="2000" b="1" dirty="0">
                <a:latin typeface="Dreaming Outloud Pro" panose="03050502040302030504" pitchFamily="66" charset="0"/>
                <a:cs typeface="Dreaming Outloud Pro" panose="03050502040302030504" pitchFamily="66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Hótel Hamar</a:t>
            </a:r>
            <a:endParaRPr lang="en-US" altLang="zh-TW" sz="2000" b="1" dirty="0">
              <a:latin typeface="Dreaming Outloud Pro" panose="03050502040302030504" pitchFamily="66" charset="0"/>
              <a:cs typeface="Dreaming Outloud Pro" panose="03050502040302030504" pitchFamily="66" charset="0"/>
            </a:endParaRPr>
          </a:p>
          <a:p>
            <a:pPr marL="0" indent="0">
              <a:buNone/>
            </a:pPr>
            <a:r>
              <a:rPr lang="en-US" altLang="zh-TW" sz="2000" b="1" dirty="0">
                <a:latin typeface="Dreaming Outloud Pro" panose="03050502040302030504" pitchFamily="66" charset="0"/>
                <a:cs typeface="Dreaming Outloud Pro" panose="03050502040302030504" pitchFamily="66" charset="0"/>
              </a:rPr>
              <a:t>02/26: </a:t>
            </a:r>
            <a:r>
              <a:rPr lang="en-US" altLang="zh-TW" sz="2000" b="1" dirty="0">
                <a:latin typeface="Dreaming Outloud Pro" panose="03050502040302030504" pitchFamily="66" charset="0"/>
                <a:cs typeface="Dreaming Outloud Pro" panose="03050502040302030504" pitchFamily="66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Hótel Hamar</a:t>
            </a:r>
            <a:endParaRPr lang="en-US" altLang="zh-TW" sz="2000" b="1" dirty="0">
              <a:latin typeface="Dreaming Outloud Pro" panose="03050502040302030504" pitchFamily="66" charset="0"/>
              <a:cs typeface="Dreaming Outloud Pro" panose="03050502040302030504" pitchFamily="66" charset="0"/>
            </a:endParaRPr>
          </a:p>
          <a:p>
            <a:pPr marL="0" indent="0">
              <a:buNone/>
            </a:pPr>
            <a:r>
              <a:rPr lang="en-US" altLang="zh-TW" sz="2000" b="1" dirty="0">
                <a:latin typeface="Dreaming Outloud Pro" panose="03050502040302030504" pitchFamily="66" charset="0"/>
                <a:cs typeface="Dreaming Outloud Pro" panose="03050502040302030504" pitchFamily="66" charset="0"/>
              </a:rPr>
              <a:t>02/27: </a:t>
            </a:r>
            <a:r>
              <a:rPr lang="en-US" altLang="zh-TW" sz="2000" b="1" dirty="0">
                <a:latin typeface="Dreaming Outloud Pro" panose="03050502040302030504" pitchFamily="66" charset="0"/>
                <a:cs typeface="Dreaming Outloud Pro" panose="03050502040302030504" pitchFamily="66" charset="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Hótel </a:t>
            </a:r>
            <a:r>
              <a:rPr lang="en-US" altLang="zh-TW" sz="2000" b="1" dirty="0" err="1">
                <a:latin typeface="Dreaming Outloud Pro" panose="03050502040302030504" pitchFamily="66" charset="0"/>
                <a:cs typeface="Dreaming Outloud Pro" panose="03050502040302030504" pitchFamily="66" charset="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Jökulsarlon</a:t>
            </a:r>
            <a:r>
              <a:rPr lang="en-US" altLang="zh-TW" sz="2000" b="1" dirty="0">
                <a:latin typeface="Dreaming Outloud Pro" panose="03050502040302030504" pitchFamily="66" charset="0"/>
                <a:cs typeface="Dreaming Outloud Pro" panose="03050502040302030504" pitchFamily="66" charset="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- Glacier Lagoon Hotel</a:t>
            </a:r>
            <a:endParaRPr lang="en-US" altLang="zh-TW" sz="2000" b="1" dirty="0">
              <a:latin typeface="Dreaming Outloud Pro" panose="03050502040302030504" pitchFamily="66" charset="0"/>
              <a:cs typeface="Dreaming Outloud Pro" panose="03050502040302030504" pitchFamily="66" charset="0"/>
            </a:endParaRPr>
          </a:p>
          <a:p>
            <a:pPr marL="0" indent="0">
              <a:buNone/>
            </a:pPr>
            <a:r>
              <a:rPr lang="en-US" altLang="zh-TW" sz="2000" b="1" dirty="0">
                <a:latin typeface="Dreaming Outloud Pro" panose="03050502040302030504" pitchFamily="66" charset="0"/>
                <a:cs typeface="Dreaming Outloud Pro" panose="03050502040302030504" pitchFamily="66" charset="0"/>
              </a:rPr>
              <a:t>02/28: </a:t>
            </a:r>
            <a:r>
              <a:rPr lang="en-US" altLang="zh-TW" sz="2000" b="1" dirty="0">
                <a:latin typeface="Dreaming Outloud Pro" panose="03050502040302030504" pitchFamily="66" charset="0"/>
                <a:cs typeface="Dreaming Outloud Pro" panose="03050502040302030504" pitchFamily="66" charset="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Hótel </a:t>
            </a:r>
            <a:r>
              <a:rPr lang="en-US" altLang="zh-TW" sz="2000" b="1" dirty="0" err="1">
                <a:latin typeface="Dreaming Outloud Pro" panose="03050502040302030504" pitchFamily="66" charset="0"/>
                <a:cs typeface="Dreaming Outloud Pro" panose="03050502040302030504" pitchFamily="66" charset="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Jökulsarlon</a:t>
            </a:r>
            <a:r>
              <a:rPr lang="en-US" altLang="zh-TW" sz="2000" b="1" dirty="0">
                <a:latin typeface="Dreaming Outloud Pro" panose="03050502040302030504" pitchFamily="66" charset="0"/>
                <a:cs typeface="Dreaming Outloud Pro" panose="03050502040302030504" pitchFamily="66" charset="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- Glacier Lagoon Hotel</a:t>
            </a:r>
            <a:endParaRPr lang="en-US" altLang="zh-TW" sz="2000" b="1" dirty="0">
              <a:latin typeface="Dreaming Outloud Pro" panose="03050502040302030504" pitchFamily="66" charset="0"/>
              <a:cs typeface="Dreaming Outloud Pro" panose="03050502040302030504" pitchFamily="66" charset="0"/>
            </a:endParaRPr>
          </a:p>
          <a:p>
            <a:pPr marL="0" indent="0">
              <a:buNone/>
            </a:pPr>
            <a:r>
              <a:rPr lang="en-US" altLang="zh-TW" sz="2000" b="1" dirty="0">
                <a:latin typeface="Dreaming Outloud Pro" panose="03050502040302030504" pitchFamily="66" charset="0"/>
                <a:cs typeface="Dreaming Outloud Pro" panose="03050502040302030504" pitchFamily="66" charset="0"/>
              </a:rPr>
              <a:t>03/01: </a:t>
            </a:r>
            <a:r>
              <a:rPr lang="en-US" altLang="zh-TW" sz="2000" b="1" dirty="0">
                <a:latin typeface="Dreaming Outloud Pro" panose="03050502040302030504" pitchFamily="66" charset="0"/>
                <a:cs typeface="Dreaming Outloud Pro" panose="03050502040302030504" pitchFamily="66" charset="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Hotel Reykjavík Saga </a:t>
            </a:r>
            <a:endParaRPr lang="en-US" altLang="zh-TW" sz="2000" b="1" dirty="0">
              <a:latin typeface="Dreaming Outloud Pro" panose="03050502040302030504" pitchFamily="66" charset="0"/>
              <a:cs typeface="Dreaming Outloud Pro" panose="03050502040302030504" pitchFamily="66" charset="0"/>
            </a:endParaRPr>
          </a:p>
          <a:p>
            <a:pPr marL="0" indent="0">
              <a:buNone/>
            </a:pPr>
            <a:r>
              <a:rPr lang="en-US" altLang="zh-TW" sz="2000" b="1" dirty="0">
                <a:latin typeface="Dreaming Outloud Pro" panose="03050502040302030504" pitchFamily="66" charset="0"/>
                <a:cs typeface="Dreaming Outloud Pro" panose="03050502040302030504" pitchFamily="66" charset="0"/>
              </a:rPr>
              <a:t>03/02: </a:t>
            </a:r>
            <a:r>
              <a:rPr lang="en-US" altLang="zh-TW" sz="2000" b="1" dirty="0">
                <a:latin typeface="Dreaming Outloud Pro" panose="03050502040302030504" pitchFamily="66" charset="0"/>
                <a:cs typeface="Dreaming Outloud Pro" panose="03050502040302030504" pitchFamily="66" charset="0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Courtyard by Marriott Keflavik </a:t>
            </a:r>
            <a:endParaRPr lang="en-US" altLang="zh-TW" sz="2000" b="1" dirty="0">
              <a:latin typeface="Dreaming Outloud Pro" panose="03050502040302030504" pitchFamily="66" charset="0"/>
              <a:cs typeface="Dreaming Outloud Pro" panose="03050502040302030504" pitchFamily="66" charset="0"/>
            </a:endParaRPr>
          </a:p>
          <a:p>
            <a:pPr marL="0" indent="0">
              <a:buNone/>
            </a:pPr>
            <a:r>
              <a:rPr lang="en-US" altLang="zh-TW" sz="2000" b="1" dirty="0">
                <a:solidFill>
                  <a:srgbClr val="0070C0"/>
                </a:solidFill>
                <a:latin typeface="Dreaming Outloud Pro" panose="03050502040302030504" pitchFamily="66" charset="0"/>
                <a:cs typeface="Dreaming Outloud Pro" panose="03050502040302030504" pitchFamily="66" charset="0"/>
              </a:rPr>
              <a:t>03/03: </a:t>
            </a:r>
            <a:r>
              <a:rPr lang="en-US" altLang="zh-TW" sz="2000" b="1" dirty="0">
                <a:solidFill>
                  <a:srgbClr val="0070C0"/>
                </a:solidFill>
                <a:latin typeface="Dreaming Outloud Pro" panose="03050502040302030504" pitchFamily="66" charset="0"/>
                <a:cs typeface="Dreaming Outloud Pro" panose="03050502040302030504" pitchFamily="66" charset="0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Page8, Page Hotels</a:t>
            </a:r>
            <a:endParaRPr lang="en-US" altLang="zh-TW" sz="2000" b="1" dirty="0">
              <a:solidFill>
                <a:srgbClr val="0070C0"/>
              </a:solidFill>
              <a:latin typeface="Dreaming Outloud Pro" panose="03050502040302030504" pitchFamily="66" charset="0"/>
              <a:cs typeface="Dreaming Outloud Pro" panose="03050502040302030504" pitchFamily="66" charset="0"/>
            </a:endParaRPr>
          </a:p>
          <a:p>
            <a:pPr marL="0" indent="0">
              <a:buNone/>
            </a:pPr>
            <a:r>
              <a:rPr lang="en-US" altLang="zh-TW" sz="2000" b="1" dirty="0">
                <a:solidFill>
                  <a:srgbClr val="0070C0"/>
                </a:solidFill>
                <a:latin typeface="Dreaming Outloud Pro" panose="03050502040302030504" pitchFamily="66" charset="0"/>
                <a:cs typeface="Dreaming Outloud Pro" panose="03050502040302030504" pitchFamily="66" charset="0"/>
              </a:rPr>
              <a:t>03/04: </a:t>
            </a:r>
            <a:r>
              <a:rPr lang="en-US" altLang="zh-TW" sz="2000" b="1" dirty="0">
                <a:solidFill>
                  <a:srgbClr val="0070C0"/>
                </a:solidFill>
                <a:latin typeface="Dreaming Outloud Pro" panose="03050502040302030504" pitchFamily="66" charset="0"/>
                <a:cs typeface="Dreaming Outloud Pro" panose="03050502040302030504" pitchFamily="66" charset="0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Page8, Page Hotels</a:t>
            </a:r>
            <a:endParaRPr lang="en-US" altLang="zh-TW" sz="2000" b="1" dirty="0">
              <a:solidFill>
                <a:srgbClr val="0070C0"/>
              </a:solidFill>
              <a:latin typeface="Dreaming Outloud Pro" panose="03050502040302030504" pitchFamily="66" charset="0"/>
              <a:cs typeface="Dreaming Outloud Pro" panose="03050502040302030504" pitchFamily="66" charset="0"/>
            </a:endParaRPr>
          </a:p>
          <a:p>
            <a:pPr marL="0" indent="0">
              <a:buNone/>
            </a:pPr>
            <a:r>
              <a:rPr lang="en-US" altLang="zh-TW" sz="2000" b="1" dirty="0">
                <a:solidFill>
                  <a:srgbClr val="0070C0"/>
                </a:solidFill>
                <a:latin typeface="Dreaming Outloud Pro" panose="03050502040302030504" pitchFamily="66" charset="0"/>
                <a:cs typeface="Dreaming Outloud Pro" panose="03050502040302030504" pitchFamily="66" charset="0"/>
              </a:rPr>
              <a:t>03/05: </a:t>
            </a:r>
            <a:r>
              <a:rPr lang="en-US" altLang="zh-TW" sz="2000" b="1" dirty="0">
                <a:solidFill>
                  <a:srgbClr val="0070C0"/>
                </a:solidFill>
                <a:latin typeface="Dreaming Outloud Pro" panose="03050502040302030504" pitchFamily="66" charset="0"/>
                <a:cs typeface="Dreaming Outloud Pro" panose="03050502040302030504" pitchFamily="66" charset="0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Page8, Page Hotels</a:t>
            </a:r>
            <a:endParaRPr lang="en-US" altLang="zh-TW" sz="2000" b="1" dirty="0">
              <a:solidFill>
                <a:srgbClr val="0070C0"/>
              </a:solidFill>
              <a:latin typeface="Dreaming Outloud Pro" panose="03050502040302030504" pitchFamily="66" charset="0"/>
              <a:cs typeface="Dreaming Outloud Pro" panose="03050502040302030504" pitchFamily="66" charset="0"/>
            </a:endParaRPr>
          </a:p>
          <a:p>
            <a:pPr marL="0" indent="0">
              <a:buNone/>
            </a:pPr>
            <a:r>
              <a:rPr lang="en-US" altLang="zh-TW" sz="2000" b="1" dirty="0">
                <a:solidFill>
                  <a:srgbClr val="0070C0"/>
                </a:solidFill>
                <a:latin typeface="Dreaming Outloud Pro" panose="03050502040302030504" pitchFamily="66" charset="0"/>
                <a:cs typeface="Dreaming Outloud Pro" panose="03050502040302030504" pitchFamily="66" charset="0"/>
              </a:rPr>
              <a:t>03/06:</a:t>
            </a:r>
            <a:r>
              <a:rPr lang="zh-TW" altLang="en-US" sz="2000" b="1" dirty="0">
                <a:solidFill>
                  <a:srgbClr val="0070C0"/>
                </a:solidFill>
                <a:latin typeface="Dreaming Outloud Pro" panose="03050502040302030504" pitchFamily="66" charset="0"/>
                <a:cs typeface="Dreaming Outloud Pro" panose="03050502040302030504" pitchFamily="66" charset="0"/>
              </a:rPr>
              <a:t> </a:t>
            </a:r>
            <a:r>
              <a:rPr lang="en-US" altLang="zh-TW" sz="2000" b="1" dirty="0">
                <a:solidFill>
                  <a:srgbClr val="0070C0"/>
                </a:solidFill>
                <a:latin typeface="Dreaming Outloud Pro" panose="03050502040302030504" pitchFamily="66" charset="0"/>
                <a:cs typeface="Dreaming Outloud Pro" panose="03050502040302030504" pitchFamily="66" charset="0"/>
              </a:rPr>
              <a:t>Airbus A350-900</a:t>
            </a:r>
          </a:p>
          <a:p>
            <a:pPr marL="0" indent="0">
              <a:buNone/>
            </a:pPr>
            <a:r>
              <a:rPr lang="en-US" altLang="zh-TW" sz="2000" b="1" dirty="0">
                <a:solidFill>
                  <a:schemeClr val="bg1">
                    <a:lumMod val="50000"/>
                  </a:schemeClr>
                </a:solidFill>
                <a:latin typeface="Dreaming Outloud Pro" panose="03050502040302030504" pitchFamily="66" charset="0"/>
                <a:cs typeface="Dreaming Outloud Pro" panose="03050502040302030504" pitchFamily="66" charset="0"/>
              </a:rPr>
              <a:t>03/07: </a:t>
            </a:r>
            <a:r>
              <a:rPr lang="en-US" altLang="zh-TW" sz="2000" b="1" dirty="0">
                <a:solidFill>
                  <a:schemeClr val="bg1">
                    <a:lumMod val="50000"/>
                  </a:schemeClr>
                </a:solidFill>
                <a:latin typeface="Dreaming Outloud Pro" panose="03050502040302030504" pitchFamily="66" charset="0"/>
                <a:cs typeface="Dreaming Outloud Pro" panose="03050502040302030504" pitchFamily="66" charset="0"/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ShaoPeeWoo</a:t>
            </a:r>
            <a:endParaRPr lang="en-US" altLang="zh-TW" sz="2000" b="1" dirty="0">
              <a:solidFill>
                <a:schemeClr val="bg1">
                  <a:lumMod val="50000"/>
                </a:schemeClr>
              </a:solidFill>
              <a:latin typeface="Dreaming Outloud Pro" panose="03050502040302030504" pitchFamily="66" charset="0"/>
              <a:cs typeface="Dreaming Outloud Pro" panose="03050502040302030504" pitchFamily="66" charset="0"/>
            </a:endParaRPr>
          </a:p>
        </p:txBody>
      </p:sp>
      <p:sp>
        <p:nvSpPr>
          <p:cNvPr id="2" name="標題 5">
            <a:extLst>
              <a:ext uri="{FF2B5EF4-FFF2-40B4-BE49-F238E27FC236}">
                <a16:creationId xmlns:a16="http://schemas.microsoft.com/office/drawing/2014/main" id="{B0E68D4B-E3BE-411E-20F0-F4E4F47EFDD0}"/>
              </a:ext>
            </a:extLst>
          </p:cNvPr>
          <p:cNvSpPr txBox="1">
            <a:spLocks/>
          </p:cNvSpPr>
          <p:nvPr/>
        </p:nvSpPr>
        <p:spPr>
          <a:xfrm>
            <a:off x="9633626" y="0"/>
            <a:ext cx="2558374" cy="39225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altLang="zh-TW" sz="2800" b="1" dirty="0">
                <a:latin typeface="Dreaming Outloud Pro" panose="03050502040302030504" pitchFamily="66" charset="0"/>
                <a:ea typeface="+mn-ea"/>
                <a:cs typeface="Dreaming Outloud Pro" panose="03050502040302030504" pitchFamily="66" charset="0"/>
              </a:rPr>
              <a:t>Information</a:t>
            </a:r>
            <a:endParaRPr lang="zh-TW" altLang="en-US" sz="2800" b="1" dirty="0">
              <a:latin typeface="Dreaming Outloud Pro" panose="03050502040302030504" pitchFamily="66" charset="0"/>
              <a:ea typeface="+mn-ea"/>
              <a:cs typeface="Dreaming Outloud Pro" panose="030505020403020305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60674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7111F3-DB65-1B42-F8EC-1998031ED0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內容版面配置區 6">
            <a:extLst>
              <a:ext uri="{FF2B5EF4-FFF2-40B4-BE49-F238E27FC236}">
                <a16:creationId xmlns:a16="http://schemas.microsoft.com/office/drawing/2014/main" id="{BC8251A8-0657-6866-3F0F-138FD5DCD9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9636" y="874279"/>
            <a:ext cx="10515600" cy="584084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TW" sz="2400" b="1" dirty="0">
                <a:latin typeface="Dreaming Outloud Pro" panose="03050502040302030504" pitchFamily="66" charset="0"/>
                <a:cs typeface="Dreaming Outloud Pro" panose="03050502040302030504" pitchFamily="66" charset="0"/>
              </a:rPr>
              <a:t>02/23</a:t>
            </a:r>
            <a:endParaRPr lang="en-US" altLang="zh-TW" sz="1200" b="1" dirty="0">
              <a:latin typeface="Dreaming Outloud Pro" panose="03050502040302030504" pitchFamily="66" charset="0"/>
              <a:cs typeface="Dreaming Outloud Pro" panose="03050502040302030504" pitchFamily="66" charset="0"/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r>
              <a:rPr lang="en-US" altLang="zh-TW" sz="2000" dirty="0">
                <a:latin typeface="Dreaming Outloud Pro" panose="03050502040302030504" pitchFamily="66" charset="0"/>
                <a:ea typeface="微軟正黑體" panose="020B0604030504040204" pitchFamily="34" charset="-120"/>
                <a:cs typeface="Dreaming Outloud Pro" panose="03050502040302030504" pitchFamily="66" charset="0"/>
              </a:rPr>
              <a:t>TPE </a:t>
            </a:r>
            <a:r>
              <a:rPr lang="en-US" altLang="zh-TW" sz="1200" dirty="0">
                <a:latin typeface="Dreaming Outloud Pro" panose="03050502040302030504" pitchFamily="66" charset="0"/>
                <a:ea typeface="微軟正黑體" panose="020B0604030504040204" pitchFamily="34" charset="-120"/>
                <a:cs typeface="Dreaming Outloud Pro" panose="03050502040302030504" pitchFamily="66" charset="0"/>
              </a:rPr>
              <a:t>[08:40] </a:t>
            </a:r>
            <a:r>
              <a:rPr lang="en-US" altLang="zh-TW" sz="2000" dirty="0">
                <a:latin typeface="Dreaming Outloud Pro" panose="03050502040302030504" pitchFamily="66" charset="0"/>
                <a:ea typeface="微軟正黑體" panose="020B0604030504040204" pitchFamily="34" charset="-120"/>
                <a:cs typeface="Dreaming Outloud Pro" panose="03050502040302030504" pitchFamily="66" charset="0"/>
              </a:rPr>
              <a:t>– LHR</a:t>
            </a:r>
            <a:r>
              <a:rPr lang="zh-TW" altLang="en-US" sz="2000" dirty="0">
                <a:latin typeface="Dreaming Outloud Pro" panose="03050502040302030504" pitchFamily="66" charset="0"/>
                <a:ea typeface="微軟正黑體" panose="020B0604030504040204" pitchFamily="34" charset="-120"/>
                <a:cs typeface="Dreaming Outloud Pro" panose="03050502040302030504" pitchFamily="66" charset="0"/>
              </a:rPr>
              <a:t> </a:t>
            </a:r>
            <a:r>
              <a:rPr lang="en-US" altLang="zh-TW" sz="1200" dirty="0">
                <a:latin typeface="Dreaming Outloud Pro" panose="03050502040302030504" pitchFamily="66" charset="0"/>
                <a:ea typeface="微軟正黑體" panose="020B0604030504040204" pitchFamily="34" charset="-120"/>
                <a:cs typeface="Dreaming Outloud Pro" panose="03050502040302030504" pitchFamily="66" charset="0"/>
              </a:rPr>
              <a:t>[16:55]</a:t>
            </a:r>
          </a:p>
          <a:p>
            <a:pPr fontAlgn="base"/>
            <a:r>
              <a:rPr lang="en-US" altLang="zh-TW" sz="2000" b="1" dirty="0">
                <a:solidFill>
                  <a:srgbClr val="0070C0"/>
                </a:solidFill>
                <a:latin typeface="Dreaming Outloud Pro" panose="03050502040302030504" pitchFamily="66" charset="0"/>
                <a:cs typeface="Dreaming Outloud Pro" panose="03050502040302030504" pitchFamily="66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Crowne Plaza London Heathrow T4 by IHG</a:t>
            </a:r>
            <a:endParaRPr lang="en-US" altLang="zh-TW" sz="2000" b="1" dirty="0">
              <a:solidFill>
                <a:srgbClr val="0070C0"/>
              </a:solidFill>
              <a:latin typeface="Dreaming Outloud Pro" panose="03050502040302030504" pitchFamily="66" charset="0"/>
              <a:cs typeface="Dreaming Outloud Pro" panose="03050502040302030504" pitchFamily="66" charset="0"/>
            </a:endParaRPr>
          </a:p>
          <a:p>
            <a:endParaRPr lang="en-US" altLang="zh-TW" sz="2000" b="1" dirty="0">
              <a:solidFill>
                <a:schemeClr val="bg1">
                  <a:lumMod val="50000"/>
                </a:schemeClr>
              </a:solidFill>
              <a:latin typeface="Dreaming Outloud Pro" panose="03050502040302030504" pitchFamily="66" charset="0"/>
              <a:cs typeface="Dreaming Outloud Pro" panose="03050502040302030504" pitchFamily="66" charset="0"/>
            </a:endParaRPr>
          </a:p>
          <a:p>
            <a:pPr marL="0" indent="0">
              <a:buNone/>
            </a:pPr>
            <a:r>
              <a:rPr lang="en-US" altLang="zh-TW" sz="2400" b="1" dirty="0">
                <a:latin typeface="Dreaming Outloud Pro" panose="03050502040302030504" pitchFamily="66" charset="0"/>
                <a:cs typeface="Dreaming Outloud Pro" panose="03050502040302030504" pitchFamily="66" charset="0"/>
              </a:rPr>
              <a:t>02/24</a:t>
            </a:r>
          </a:p>
          <a:p>
            <a:r>
              <a:rPr lang="en-US" altLang="zh-TW" sz="2000" dirty="0">
                <a:latin typeface="Dreaming Outloud Pro" panose="03050502040302030504" pitchFamily="66" charset="0"/>
                <a:ea typeface="微軟正黑體" panose="020B0604030504040204" pitchFamily="34" charset="-120"/>
                <a:cs typeface="Dreaming Outloud Pro" panose="03050502040302030504" pitchFamily="66" charset="0"/>
              </a:rPr>
              <a:t>LHR </a:t>
            </a:r>
            <a:r>
              <a:rPr lang="en-US" altLang="zh-TW" sz="1200" dirty="0">
                <a:latin typeface="Dreaming Outloud Pro" panose="03050502040302030504" pitchFamily="66" charset="0"/>
                <a:ea typeface="微軟正黑體" panose="020B0604030504040204" pitchFamily="34" charset="-120"/>
                <a:cs typeface="Dreaming Outloud Pro" panose="03050502040302030504" pitchFamily="66" charset="0"/>
              </a:rPr>
              <a:t>[07:35]</a:t>
            </a:r>
            <a:r>
              <a:rPr lang="en-US" altLang="zh-TW" sz="2000" dirty="0">
                <a:latin typeface="Dreaming Outloud Pro" panose="03050502040302030504" pitchFamily="66" charset="0"/>
                <a:ea typeface="微軟正黑體" panose="020B0604030504040204" pitchFamily="34" charset="-120"/>
                <a:cs typeface="Dreaming Outloud Pro" panose="03050502040302030504" pitchFamily="66" charset="0"/>
              </a:rPr>
              <a:t> – KEF</a:t>
            </a:r>
            <a:r>
              <a:rPr lang="zh-TW" altLang="en-US" sz="2000" dirty="0">
                <a:latin typeface="Dreaming Outloud Pro" panose="03050502040302030504" pitchFamily="66" charset="0"/>
                <a:ea typeface="微軟正黑體" panose="020B0604030504040204" pitchFamily="34" charset="-120"/>
                <a:cs typeface="Dreaming Outloud Pro" panose="03050502040302030504" pitchFamily="66" charset="0"/>
              </a:rPr>
              <a:t> </a:t>
            </a:r>
            <a:r>
              <a:rPr lang="en-US" altLang="zh-TW" sz="1200" dirty="0">
                <a:latin typeface="Dreaming Outloud Pro" panose="03050502040302030504" pitchFamily="66" charset="0"/>
                <a:ea typeface="微軟正黑體" panose="020B0604030504040204" pitchFamily="34" charset="-120"/>
                <a:cs typeface="Dreaming Outloud Pro" panose="03050502040302030504" pitchFamily="66" charset="0"/>
              </a:rPr>
              <a:t>[10:55]</a:t>
            </a:r>
          </a:p>
          <a:p>
            <a:r>
              <a:rPr lang="en-US" altLang="zh-TW" sz="2000" dirty="0">
                <a:latin typeface="Dreaming Outloud Pro" panose="03050502040302030504" pitchFamily="66" charset="0"/>
                <a:ea typeface="微軟正黑體" panose="020B0604030504040204" pitchFamily="34" charset="-120"/>
                <a:cs typeface="Dreaming Outloud Pro" panose="03050502040302030504" pitchFamily="66" charset="0"/>
              </a:rPr>
              <a:t>KEF</a:t>
            </a:r>
            <a:r>
              <a:rPr lang="zh-TW" altLang="en-US" sz="2000" dirty="0">
                <a:latin typeface="Dreaming Outloud Pro" panose="03050502040302030504" pitchFamily="66" charset="0"/>
                <a:ea typeface="微軟正黑體" panose="020B0604030504040204" pitchFamily="34" charset="-120"/>
                <a:cs typeface="Dreaming Outloud Pro" panose="03050502040302030504" pitchFamily="66" charset="0"/>
              </a:rPr>
              <a:t> </a:t>
            </a:r>
            <a:r>
              <a:rPr lang="en-US" altLang="zh-TW" sz="2000" dirty="0">
                <a:latin typeface="Dreaming Outloud Pro" panose="03050502040302030504" pitchFamily="66" charset="0"/>
                <a:ea typeface="微軟正黑體" panose="020B0604030504040204" pitchFamily="34" charset="-120"/>
                <a:cs typeface="Dreaming Outloud Pro" panose="03050502040302030504" pitchFamily="66" charset="0"/>
              </a:rPr>
              <a:t>–</a:t>
            </a:r>
            <a:r>
              <a:rPr lang="zh-TW" altLang="en-US" sz="2000" dirty="0">
                <a:latin typeface="Dreaming Outloud Pro" panose="03050502040302030504" pitchFamily="66" charset="0"/>
                <a:ea typeface="微軟正黑體" panose="020B0604030504040204" pitchFamily="34" charset="-120"/>
                <a:cs typeface="Dreaming Outloud Pro" panose="03050502040302030504" pitchFamily="66" charset="0"/>
              </a:rPr>
              <a:t> </a:t>
            </a:r>
            <a:r>
              <a:rPr lang="en-US" altLang="zh-TW" sz="2000" dirty="0">
                <a:solidFill>
                  <a:schemeClr val="accent2"/>
                </a:solidFill>
                <a:latin typeface="Dreaming Outloud Pro" panose="03050502040302030504" pitchFamily="66" charset="0"/>
                <a:ea typeface="微軟正黑體" panose="020B0604030504040204" pitchFamily="34" charset="-120"/>
                <a:cs typeface="Dreaming Outloud Pro" panose="03050502040302030504" pitchFamily="66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Costco Iceland</a:t>
            </a:r>
            <a:r>
              <a:rPr lang="zh-TW" altLang="en-US" sz="2000" dirty="0">
                <a:solidFill>
                  <a:schemeClr val="accent2"/>
                </a:solidFill>
                <a:latin typeface="Dreaming Outloud Pro" panose="03050502040302030504" pitchFamily="66" charset="0"/>
                <a:ea typeface="微軟正黑體" panose="020B0604030504040204" pitchFamily="34" charset="-120"/>
                <a:cs typeface="Dreaming Outloud Pro" panose="03050502040302030504" pitchFamily="66" charset="0"/>
              </a:rPr>
              <a:t> </a:t>
            </a:r>
            <a:r>
              <a:rPr lang="en-US" altLang="zh-TW" sz="1200" dirty="0">
                <a:latin typeface="Dreaming Outloud Pro" panose="03050502040302030504" pitchFamily="66" charset="0"/>
                <a:ea typeface="微軟正黑體" panose="020B0604030504040204" pitchFamily="34" charset="-120"/>
                <a:cs typeface="Dreaming Outloud Pro" panose="03050502040302030504" pitchFamily="66" charset="0"/>
              </a:rPr>
              <a:t>(39min)</a:t>
            </a:r>
          </a:p>
          <a:p>
            <a:r>
              <a:rPr lang="en-US" altLang="zh-TW" sz="2000" dirty="0">
                <a:solidFill>
                  <a:schemeClr val="accent2"/>
                </a:solidFill>
                <a:latin typeface="Dreaming Outloud Pro" panose="03050502040302030504" pitchFamily="66" charset="0"/>
                <a:ea typeface="微軟正黑體" panose="020B0604030504040204" pitchFamily="34" charset="-120"/>
                <a:cs typeface="Dreaming Outloud Pro" panose="03050502040302030504" pitchFamily="66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Costco Iceland</a:t>
            </a:r>
            <a:r>
              <a:rPr lang="en-US" altLang="zh-TW" sz="2000" dirty="0">
                <a:solidFill>
                  <a:schemeClr val="accent2"/>
                </a:solidFill>
                <a:latin typeface="Dreaming Outloud Pro" panose="03050502040302030504" pitchFamily="66" charset="0"/>
                <a:ea typeface="微軟正黑體" panose="020B0604030504040204" pitchFamily="34" charset="-120"/>
                <a:cs typeface="Dreaming Outloud Pro" panose="03050502040302030504" pitchFamily="66" charset="0"/>
              </a:rPr>
              <a:t> </a:t>
            </a:r>
            <a:r>
              <a:rPr lang="en-US" altLang="zh-TW" sz="2000" dirty="0">
                <a:latin typeface="Dreaming Outloud Pro" panose="03050502040302030504" pitchFamily="66" charset="0"/>
                <a:ea typeface="微軟正黑體" panose="020B0604030504040204" pitchFamily="34" charset="-120"/>
                <a:cs typeface="Dreaming Outloud Pro" panose="03050502040302030504" pitchFamily="66" charset="0"/>
              </a:rPr>
              <a:t>- </a:t>
            </a:r>
            <a:r>
              <a:rPr lang="en-US" altLang="zh-TW" sz="2000" dirty="0">
                <a:solidFill>
                  <a:srgbClr val="00B050"/>
                </a:solidFill>
                <a:latin typeface="Dreaming Outloud Pro" panose="03050502040302030504" pitchFamily="66" charset="0"/>
                <a:ea typeface="微軟正黑體" panose="020B0604030504040204" pitchFamily="34" charset="-120"/>
                <a:cs typeface="Dreaming Outloud Pro" panose="03050502040302030504" pitchFamily="66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Tommi‘s Burger Joint </a:t>
            </a:r>
            <a:r>
              <a:rPr lang="en-US" altLang="zh-TW" sz="2000" dirty="0">
                <a:solidFill>
                  <a:srgbClr val="00B050"/>
                </a:solidFill>
                <a:latin typeface="Dreaming Outloud Pro" panose="03050502040302030504" pitchFamily="66" charset="0"/>
                <a:ea typeface="微軟正黑體" panose="020B0604030504040204" pitchFamily="34" charset="-120"/>
                <a:cs typeface="Dreaming Outloud Pro" panose="03050502040302030504" pitchFamily="66" charset="0"/>
              </a:rPr>
              <a:t> - </a:t>
            </a:r>
            <a:r>
              <a:rPr lang="en-US" altLang="zh-TW" sz="2000" dirty="0">
                <a:solidFill>
                  <a:schemeClr val="accent2"/>
                </a:solidFill>
                <a:latin typeface="Dreaming Outloud Pro" panose="03050502040302030504" pitchFamily="66" charset="0"/>
                <a:ea typeface="微軟正黑體" panose="020B0604030504040204" pitchFamily="34" charset="-120"/>
                <a:cs typeface="Dreaming Outloud Pro" panose="03050502040302030504" pitchFamily="66" charset="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66°North</a:t>
            </a:r>
            <a:r>
              <a:rPr lang="zh-TW" altLang="en-US" sz="2000" dirty="0">
                <a:solidFill>
                  <a:schemeClr val="accent2"/>
                </a:solidFill>
                <a:latin typeface="Dreaming Outloud Pro" panose="03050502040302030504" pitchFamily="66" charset="0"/>
                <a:ea typeface="微軟正黑體" panose="020B0604030504040204" pitchFamily="34" charset="-120"/>
                <a:cs typeface="Dreaming Outloud Pro" panose="03050502040302030504" pitchFamily="66" charset="0"/>
              </a:rPr>
              <a:t> </a:t>
            </a:r>
            <a:r>
              <a:rPr lang="en-US" altLang="zh-TW" sz="1200" dirty="0">
                <a:latin typeface="Dreaming Outloud Pro" panose="03050502040302030504" pitchFamily="66" charset="0"/>
                <a:ea typeface="微軟正黑體" panose="020B0604030504040204" pitchFamily="34" charset="-120"/>
                <a:cs typeface="Dreaming Outloud Pro" panose="03050502040302030504" pitchFamily="66" charset="0"/>
              </a:rPr>
              <a:t>(10mins)</a:t>
            </a:r>
          </a:p>
          <a:p>
            <a:r>
              <a:rPr lang="en-US" altLang="zh-TW" sz="2000" dirty="0">
                <a:solidFill>
                  <a:schemeClr val="accent2"/>
                </a:solidFill>
                <a:latin typeface="Dreaming Outloud Pro" panose="03050502040302030504" pitchFamily="66" charset="0"/>
                <a:ea typeface="微軟正黑體" panose="020B0604030504040204" pitchFamily="34" charset="-120"/>
                <a:cs typeface="Dreaming Outloud Pro" panose="03050502040302030504" pitchFamily="66" charset="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66°North</a:t>
            </a:r>
            <a:r>
              <a:rPr lang="zh-TW" altLang="en-US" sz="2000" dirty="0">
                <a:solidFill>
                  <a:schemeClr val="accent2"/>
                </a:solidFill>
                <a:latin typeface="Dreaming Outloud Pro" panose="03050502040302030504" pitchFamily="66" charset="0"/>
                <a:ea typeface="微軟正黑體" panose="020B0604030504040204" pitchFamily="34" charset="-120"/>
                <a:cs typeface="Dreaming Outloud Pro" panose="03050502040302030504" pitchFamily="66" charset="0"/>
              </a:rPr>
              <a:t> </a:t>
            </a:r>
            <a:r>
              <a:rPr lang="en-US" altLang="zh-TW" sz="2000" dirty="0">
                <a:solidFill>
                  <a:schemeClr val="accent2"/>
                </a:solidFill>
                <a:latin typeface="Dreaming Outloud Pro" panose="03050502040302030504" pitchFamily="66" charset="0"/>
                <a:ea typeface="微軟正黑體" panose="020B0604030504040204" pitchFamily="34" charset="-120"/>
                <a:cs typeface="Dreaming Outloud Pro" panose="03050502040302030504" pitchFamily="66" charset="0"/>
              </a:rPr>
              <a:t>- </a:t>
            </a:r>
            <a:r>
              <a:rPr lang="en-US" altLang="zh-TW" sz="2000" dirty="0">
                <a:solidFill>
                  <a:srgbClr val="0070C0"/>
                </a:solidFill>
                <a:latin typeface="Dreaming Outloud Pro" panose="03050502040302030504" pitchFamily="66" charset="0"/>
                <a:ea typeface="微軟正黑體" panose="020B0604030504040204" pitchFamily="34" charset="-120"/>
                <a:cs typeface="Dreaming Outloud Pro" panose="03050502040302030504" pitchFamily="66" charset="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Hótel Kría</a:t>
            </a:r>
            <a:r>
              <a:rPr lang="zh-TW" altLang="en-US" sz="2000" dirty="0">
                <a:solidFill>
                  <a:srgbClr val="0070C0"/>
                </a:solidFill>
                <a:latin typeface="Dreaming Outloud Pro" panose="03050502040302030504" pitchFamily="66" charset="0"/>
                <a:ea typeface="微軟正黑體" panose="020B0604030504040204" pitchFamily="34" charset="-120"/>
                <a:cs typeface="Dreaming Outloud Pro" panose="03050502040302030504" pitchFamily="66" charset="0"/>
              </a:rPr>
              <a:t> </a:t>
            </a:r>
            <a:r>
              <a:rPr lang="en-US" altLang="zh-TW" sz="1200" dirty="0">
                <a:latin typeface="Dreaming Outloud Pro" panose="03050502040302030504" pitchFamily="66" charset="0"/>
                <a:ea typeface="微軟正黑體" panose="020B0604030504040204" pitchFamily="34" charset="-120"/>
                <a:cs typeface="Dreaming Outloud Pro" panose="03050502040302030504" pitchFamily="66" charset="0"/>
              </a:rPr>
              <a:t>(1hr 41min)</a:t>
            </a:r>
          </a:p>
          <a:p>
            <a:endParaRPr lang="en-US" altLang="zh-TW" sz="2000" dirty="0">
              <a:latin typeface="Dreaming Outloud Pro" panose="03050502040302030504" pitchFamily="66" charset="0"/>
              <a:ea typeface="微軟正黑體" panose="020B0604030504040204" pitchFamily="34" charset="-120"/>
              <a:cs typeface="Dreaming Outloud Pro" panose="03050502040302030504" pitchFamily="66" charset="0"/>
            </a:endParaRPr>
          </a:p>
          <a:p>
            <a:endParaRPr lang="en-US" altLang="zh-TW" sz="2000" dirty="0">
              <a:latin typeface="Dreaming Outloud Pro" panose="03050502040302030504" pitchFamily="66" charset="0"/>
              <a:ea typeface="微軟正黑體" panose="020B0604030504040204" pitchFamily="34" charset="-120"/>
              <a:cs typeface="Dreaming Outloud Pro" panose="03050502040302030504" pitchFamily="66" charset="0"/>
            </a:endParaRPr>
          </a:p>
        </p:txBody>
      </p:sp>
      <p:sp>
        <p:nvSpPr>
          <p:cNvPr id="2" name="標題 5">
            <a:extLst>
              <a:ext uri="{FF2B5EF4-FFF2-40B4-BE49-F238E27FC236}">
                <a16:creationId xmlns:a16="http://schemas.microsoft.com/office/drawing/2014/main" id="{629CB527-3FB8-EC8F-311C-734EC63B4AB2}"/>
              </a:ext>
            </a:extLst>
          </p:cNvPr>
          <p:cNvSpPr txBox="1">
            <a:spLocks/>
          </p:cNvSpPr>
          <p:nvPr/>
        </p:nvSpPr>
        <p:spPr>
          <a:xfrm>
            <a:off x="9633626" y="0"/>
            <a:ext cx="2558374" cy="39225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altLang="zh-TW" sz="2800" b="1">
                <a:latin typeface="Dreaming Outloud Pro" panose="03050502040302030504" pitchFamily="66" charset="0"/>
                <a:ea typeface="+mn-ea"/>
                <a:cs typeface="Dreaming Outloud Pro" panose="03050502040302030504" pitchFamily="66" charset="0"/>
              </a:rPr>
              <a:t>Day 1-2</a:t>
            </a:r>
            <a:endParaRPr lang="zh-TW" altLang="en-US" sz="2800" b="1" dirty="0">
              <a:latin typeface="Dreaming Outloud Pro" panose="03050502040302030504" pitchFamily="66" charset="0"/>
              <a:ea typeface="+mn-ea"/>
              <a:cs typeface="Dreaming Outloud Pro" panose="030505020403020305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43148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5842E2-652B-E179-93F3-5F2C2AE0DF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內容版面配置區 6">
            <a:extLst>
              <a:ext uri="{FF2B5EF4-FFF2-40B4-BE49-F238E27FC236}">
                <a16:creationId xmlns:a16="http://schemas.microsoft.com/office/drawing/2014/main" id="{597708F1-4C45-EE79-4A4F-EF9F5C3A6D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9636" y="874279"/>
            <a:ext cx="10515600" cy="584084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TW" sz="2400" b="1" dirty="0">
                <a:latin typeface="Dreaming Outloud Pro" panose="03050502040302030504" pitchFamily="66" charset="0"/>
                <a:cs typeface="Dreaming Outloud Pro" panose="03050502040302030504" pitchFamily="66" charset="0"/>
              </a:rPr>
              <a:t>02/25 </a:t>
            </a:r>
            <a:r>
              <a:rPr lang="en-US" altLang="zh-TW" sz="1200" b="1" dirty="0">
                <a:latin typeface="Dreaming Outloud Pro" panose="03050502040302030504" pitchFamily="66" charset="0"/>
                <a:cs typeface="Dreaming Outloud Pro" panose="03050502040302030504" pitchFamily="66" charset="0"/>
              </a:rPr>
              <a:t>[Golden Circle]</a:t>
            </a:r>
            <a:endParaRPr lang="en-US" altLang="zh-TW" sz="1200" b="1" dirty="0">
              <a:latin typeface="Dreaming Outloud Pro" panose="03050502040302030504" pitchFamily="66" charset="0"/>
              <a:cs typeface="Dreaming Outloud Pro" panose="03050502040302030504" pitchFamily="66" charset="0"/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fontAlgn="base"/>
            <a:r>
              <a:rPr lang="en-US" altLang="zh-TW" sz="2000" dirty="0">
                <a:solidFill>
                  <a:srgbClr val="0070C0"/>
                </a:solidFill>
                <a:latin typeface="Dreaming Outloud Pro" panose="03050502040302030504" pitchFamily="66" charset="0"/>
                <a:ea typeface="微軟正黑體" panose="020B0604030504040204" pitchFamily="34" charset="-120"/>
                <a:cs typeface="Dreaming Outloud Pro" panose="03050502040302030504" pitchFamily="66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Hótel Kría</a:t>
            </a:r>
            <a:r>
              <a:rPr lang="zh-TW" altLang="en-US" sz="2000" dirty="0">
                <a:solidFill>
                  <a:srgbClr val="0070C0"/>
                </a:solidFill>
                <a:latin typeface="Dreaming Outloud Pro" panose="03050502040302030504" pitchFamily="66" charset="0"/>
                <a:ea typeface="微軟正黑體" panose="020B0604030504040204" pitchFamily="34" charset="-120"/>
                <a:cs typeface="Dreaming Outloud Pro" panose="03050502040302030504" pitchFamily="66" charset="0"/>
              </a:rPr>
              <a:t> </a:t>
            </a:r>
            <a:r>
              <a:rPr lang="en-US" altLang="zh-TW" sz="2000" dirty="0">
                <a:latin typeface="Dreaming Outloud Pro" panose="03050502040302030504" pitchFamily="66" charset="0"/>
                <a:ea typeface="微軟正黑體" panose="020B0604030504040204" pitchFamily="34" charset="-120"/>
                <a:cs typeface="Dreaming Outloud Pro" panose="03050502040302030504" pitchFamily="66" charset="0"/>
              </a:rPr>
              <a:t>– </a:t>
            </a:r>
            <a:r>
              <a:rPr lang="en-US" altLang="zh-TW" sz="2000" dirty="0">
                <a:latin typeface="Dreaming Outloud Pro" panose="03050502040302030504" pitchFamily="66" charset="0"/>
                <a:ea typeface="微軟正黑體" panose="020B0604030504040204" pitchFamily="34" charset="-120"/>
                <a:cs typeface="Dreaming Outloud Pro" panose="03050502040302030504" pitchFamily="66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Víkurfjara Black Sand Beach</a:t>
            </a:r>
            <a:r>
              <a:rPr lang="en-US" altLang="zh-TW" sz="2000" dirty="0">
                <a:latin typeface="Dreaming Outloud Pro" panose="03050502040302030504" pitchFamily="66" charset="0"/>
                <a:ea typeface="微軟正黑體" panose="020B0604030504040204" pitchFamily="34" charset="-120"/>
                <a:cs typeface="Dreaming Outloud Pro" panose="03050502040302030504" pitchFamily="66" charset="0"/>
              </a:rPr>
              <a:t> –</a:t>
            </a:r>
            <a:r>
              <a:rPr lang="zh-TW" altLang="en-US" sz="1200" dirty="0">
                <a:latin typeface="Dreaming Outloud Pro" panose="03050502040302030504" pitchFamily="66" charset="0"/>
                <a:ea typeface="微軟正黑體" panose="020B0604030504040204" pitchFamily="34" charset="-120"/>
                <a:cs typeface="Dreaming Outloud Pro" panose="03050502040302030504" pitchFamily="66" charset="0"/>
              </a:rPr>
              <a:t> </a:t>
            </a:r>
            <a:r>
              <a:rPr lang="en-US" altLang="zh-TW" sz="2000" dirty="0">
                <a:solidFill>
                  <a:srgbClr val="00B050"/>
                </a:solidFill>
                <a:latin typeface="Dreaming Outloud Pro" panose="03050502040302030504" pitchFamily="66" charset="0"/>
                <a:ea typeface="微軟正黑體" panose="020B0604030504040204" pitchFamily="34" charset="-120"/>
                <a:cs typeface="Dreaming Outloud Pro" panose="03050502040302030504" pitchFamily="66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Friðheimar</a:t>
            </a:r>
            <a:r>
              <a:rPr lang="zh-TW" altLang="en-US" sz="2000" dirty="0">
                <a:solidFill>
                  <a:srgbClr val="00B050"/>
                </a:solidFill>
                <a:latin typeface="Dreaming Outloud Pro" panose="03050502040302030504" pitchFamily="66" charset="0"/>
                <a:ea typeface="微軟正黑體" panose="020B0604030504040204" pitchFamily="34" charset="-120"/>
                <a:cs typeface="Dreaming Outloud Pro" panose="03050502040302030504" pitchFamily="66" charset="0"/>
              </a:rPr>
              <a:t> </a:t>
            </a:r>
            <a:r>
              <a:rPr lang="en-US" altLang="zh-TW" sz="1200" dirty="0">
                <a:solidFill>
                  <a:srgbClr val="00B050"/>
                </a:solidFill>
                <a:latin typeface="Dreaming Outloud Pro" panose="03050502040302030504" pitchFamily="66" charset="0"/>
                <a:ea typeface="微軟正黑體" panose="020B0604030504040204" pitchFamily="34" charset="-120"/>
                <a:cs typeface="Dreaming Outloud Pro" panose="03050502040302030504" pitchFamily="66" charset="0"/>
              </a:rPr>
              <a:t>[12:00]</a:t>
            </a:r>
            <a:r>
              <a:rPr lang="en-US" altLang="zh-TW" sz="1200" dirty="0">
                <a:latin typeface="Dreaming Outloud Pro" panose="03050502040302030504" pitchFamily="66" charset="0"/>
                <a:ea typeface="微軟正黑體" panose="020B0604030504040204" pitchFamily="34" charset="-120"/>
                <a:cs typeface="Dreaming Outloud Pro" panose="03050502040302030504" pitchFamily="66" charset="0"/>
              </a:rPr>
              <a:t> (1hr 58min)</a:t>
            </a:r>
          </a:p>
          <a:p>
            <a:pPr fontAlgn="base"/>
            <a:r>
              <a:rPr lang="en-US" altLang="zh-TW" sz="2000" dirty="0">
                <a:solidFill>
                  <a:srgbClr val="00B050"/>
                </a:solidFill>
                <a:latin typeface="Dreaming Outloud Pro" panose="03050502040302030504" pitchFamily="66" charset="0"/>
                <a:ea typeface="微軟正黑體" panose="020B0604030504040204" pitchFamily="34" charset="-120"/>
                <a:cs typeface="Dreaming Outloud Pro" panose="03050502040302030504" pitchFamily="66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Friðheimar</a:t>
            </a:r>
            <a:r>
              <a:rPr lang="en-US" altLang="zh-TW" sz="2000" dirty="0">
                <a:latin typeface="Dreaming Outloud Pro" panose="03050502040302030504" pitchFamily="66" charset="0"/>
                <a:ea typeface="微軟正黑體" panose="020B0604030504040204" pitchFamily="34" charset="-120"/>
                <a:cs typeface="Dreaming Outloud Pro" panose="03050502040302030504" pitchFamily="66" charset="0"/>
              </a:rPr>
              <a:t> - </a:t>
            </a:r>
            <a:r>
              <a:rPr lang="en-US" altLang="zh-TW" sz="2000" dirty="0">
                <a:latin typeface="Dreaming Outloud Pro" panose="03050502040302030504" pitchFamily="66" charset="0"/>
                <a:ea typeface="微軟正黑體" panose="020B0604030504040204" pitchFamily="34" charset="-120"/>
                <a:cs typeface="Dreaming Outloud Pro" panose="03050502040302030504" pitchFamily="66" charset="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Strokkur Geyser</a:t>
            </a:r>
            <a:r>
              <a:rPr lang="en-US" altLang="zh-TW" sz="2000" dirty="0">
                <a:latin typeface="Dreaming Outloud Pro" panose="03050502040302030504" pitchFamily="66" charset="0"/>
                <a:ea typeface="微軟正黑體" panose="020B0604030504040204" pitchFamily="34" charset="-120"/>
                <a:cs typeface="Dreaming Outloud Pro" panose="03050502040302030504" pitchFamily="66" charset="0"/>
              </a:rPr>
              <a:t> </a:t>
            </a:r>
            <a:r>
              <a:rPr lang="en-US" altLang="zh-TW" sz="1200" dirty="0">
                <a:latin typeface="Dreaming Outloud Pro" panose="03050502040302030504" pitchFamily="66" charset="0"/>
                <a:ea typeface="微軟正黑體" panose="020B0604030504040204" pitchFamily="34" charset="-120"/>
                <a:cs typeface="Dreaming Outloud Pro" panose="03050502040302030504" pitchFamily="66" charset="0"/>
              </a:rPr>
              <a:t>(18min)</a:t>
            </a:r>
          </a:p>
          <a:p>
            <a:pPr fontAlgn="base"/>
            <a:r>
              <a:rPr lang="en-US" altLang="zh-TW" sz="2000" dirty="0">
                <a:latin typeface="Dreaming Outloud Pro" panose="03050502040302030504" pitchFamily="66" charset="0"/>
                <a:ea typeface="微軟正黑體" panose="020B0604030504040204" pitchFamily="34" charset="-120"/>
                <a:cs typeface="Dreaming Outloud Pro" panose="03050502040302030504" pitchFamily="66" charset="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Strokkur Geyser</a:t>
            </a:r>
            <a:r>
              <a:rPr lang="en-US" altLang="zh-TW" sz="2000" dirty="0">
                <a:latin typeface="Dreaming Outloud Pro" panose="03050502040302030504" pitchFamily="66" charset="0"/>
                <a:ea typeface="微軟正黑體" panose="020B0604030504040204" pitchFamily="34" charset="-120"/>
                <a:cs typeface="Dreaming Outloud Pro" panose="03050502040302030504" pitchFamily="66" charset="0"/>
              </a:rPr>
              <a:t> - </a:t>
            </a:r>
            <a:r>
              <a:rPr lang="en-US" altLang="zh-TW" sz="2000" dirty="0">
                <a:latin typeface="Dreaming Outloud Pro" panose="03050502040302030504" pitchFamily="66" charset="0"/>
                <a:ea typeface="微軟正黑體" panose="020B0604030504040204" pitchFamily="34" charset="-120"/>
                <a:cs typeface="Dreaming Outloud Pro" panose="03050502040302030504" pitchFamily="66" charset="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Gullfoss</a:t>
            </a:r>
            <a:r>
              <a:rPr lang="zh-TW" altLang="en-US" sz="2000" dirty="0">
                <a:latin typeface="Dreaming Outloud Pro" panose="03050502040302030504" pitchFamily="66" charset="0"/>
                <a:ea typeface="微軟正黑體" panose="020B0604030504040204" pitchFamily="34" charset="-120"/>
                <a:cs typeface="Dreaming Outloud Pro" panose="03050502040302030504" pitchFamily="66" charset="0"/>
              </a:rPr>
              <a:t> </a:t>
            </a:r>
            <a:r>
              <a:rPr lang="en-US" altLang="zh-TW" sz="1200" dirty="0">
                <a:latin typeface="Dreaming Outloud Pro" panose="03050502040302030504" pitchFamily="66" charset="0"/>
                <a:ea typeface="微軟正黑體" panose="020B0604030504040204" pitchFamily="34" charset="-120"/>
                <a:cs typeface="Dreaming Outloud Pro" panose="03050502040302030504" pitchFamily="66" charset="0"/>
              </a:rPr>
              <a:t>(10</a:t>
            </a:r>
            <a:r>
              <a:rPr lang="zh-TW" altLang="en-US" sz="1200" dirty="0">
                <a:latin typeface="Dreaming Outloud Pro" panose="03050502040302030504" pitchFamily="66" charset="0"/>
                <a:ea typeface="微軟正黑體" panose="020B0604030504040204" pitchFamily="34" charset="-120"/>
                <a:cs typeface="Dreaming Outloud Pro" panose="03050502040302030504" pitchFamily="66" charset="0"/>
              </a:rPr>
              <a:t> </a:t>
            </a:r>
            <a:r>
              <a:rPr lang="en-US" altLang="zh-TW" sz="1200" dirty="0">
                <a:latin typeface="Dreaming Outloud Pro" panose="03050502040302030504" pitchFamily="66" charset="0"/>
                <a:ea typeface="微軟正黑體" panose="020B0604030504040204" pitchFamily="34" charset="-120"/>
                <a:cs typeface="Dreaming Outloud Pro" panose="03050502040302030504" pitchFamily="66" charset="0"/>
              </a:rPr>
              <a:t>min)</a:t>
            </a:r>
          </a:p>
          <a:p>
            <a:pPr fontAlgn="base"/>
            <a:r>
              <a:rPr lang="en-US" altLang="zh-TW" sz="2000" dirty="0">
                <a:latin typeface="Dreaming Outloud Pro" panose="03050502040302030504" pitchFamily="66" charset="0"/>
                <a:ea typeface="微軟正黑體" panose="020B0604030504040204" pitchFamily="34" charset="-120"/>
                <a:cs typeface="Dreaming Outloud Pro" panose="03050502040302030504" pitchFamily="66" charset="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Gullfoss </a:t>
            </a:r>
            <a:r>
              <a:rPr lang="en-US" altLang="zh-TW" sz="2000" dirty="0">
                <a:latin typeface="Dreaming Outloud Pro" panose="03050502040302030504" pitchFamily="66" charset="0"/>
                <a:ea typeface="微軟正黑體" panose="020B0604030504040204" pitchFamily="34" charset="-120"/>
                <a:cs typeface="Dreaming Outloud Pro" panose="03050502040302030504" pitchFamily="66" charset="0"/>
              </a:rPr>
              <a:t>–</a:t>
            </a:r>
            <a:r>
              <a:rPr lang="zh-TW" altLang="en-US" sz="2000" dirty="0">
                <a:latin typeface="Dreaming Outloud Pro" panose="03050502040302030504" pitchFamily="66" charset="0"/>
                <a:ea typeface="微軟正黑體" panose="020B0604030504040204" pitchFamily="34" charset="-120"/>
                <a:cs typeface="Dreaming Outloud Pro" panose="03050502040302030504" pitchFamily="66" charset="0"/>
              </a:rPr>
              <a:t> </a:t>
            </a:r>
            <a:r>
              <a:rPr lang="en-US" altLang="zh-TW" sz="2000" dirty="0">
                <a:latin typeface="Dreaming Outloud Pro" panose="03050502040302030504" pitchFamily="66" charset="0"/>
                <a:ea typeface="微軟正黑體" panose="020B0604030504040204" pitchFamily="34" charset="-120"/>
                <a:cs typeface="Dreaming Outloud Pro" panose="03050502040302030504" pitchFamily="66" charset="0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Þingvellir</a:t>
            </a:r>
            <a:r>
              <a:rPr lang="en-US" altLang="zh-TW" sz="2000" dirty="0">
                <a:latin typeface="Dreaming Outloud Pro" panose="03050502040302030504" pitchFamily="66" charset="0"/>
                <a:ea typeface="微軟正黑體" panose="020B0604030504040204" pitchFamily="34" charset="-120"/>
                <a:cs typeface="Dreaming Outloud Pro" panose="03050502040302030504" pitchFamily="66" charset="0"/>
              </a:rPr>
              <a:t> </a:t>
            </a:r>
            <a:r>
              <a:rPr lang="en-US" altLang="zh-TW" sz="1200" dirty="0">
                <a:latin typeface="Dreaming Outloud Pro" panose="03050502040302030504" pitchFamily="66" charset="0"/>
                <a:ea typeface="微軟正黑體" panose="020B0604030504040204" pitchFamily="34" charset="-120"/>
                <a:cs typeface="Dreaming Outloud Pro" panose="03050502040302030504" pitchFamily="66" charset="0"/>
              </a:rPr>
              <a:t>(46 min)</a:t>
            </a:r>
          </a:p>
          <a:p>
            <a:pPr fontAlgn="base"/>
            <a:r>
              <a:rPr lang="en-US" altLang="zh-TW" sz="2000" dirty="0">
                <a:latin typeface="Dreaming Outloud Pro" panose="03050502040302030504" pitchFamily="66" charset="0"/>
                <a:ea typeface="微軟正黑體" panose="020B0604030504040204" pitchFamily="34" charset="-120"/>
                <a:cs typeface="Dreaming Outloud Pro" panose="03050502040302030504" pitchFamily="66" charset="0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Þingvellir</a:t>
            </a:r>
            <a:r>
              <a:rPr lang="en-US" altLang="zh-TW" sz="2000" dirty="0">
                <a:latin typeface="Dreaming Outloud Pro" panose="03050502040302030504" pitchFamily="66" charset="0"/>
                <a:ea typeface="微軟正黑體" panose="020B0604030504040204" pitchFamily="34" charset="-120"/>
                <a:cs typeface="Dreaming Outloud Pro" panose="03050502040302030504" pitchFamily="66" charset="0"/>
              </a:rPr>
              <a:t> - </a:t>
            </a:r>
            <a:r>
              <a:rPr lang="en-US" altLang="zh-TW" sz="2000" dirty="0">
                <a:solidFill>
                  <a:srgbClr val="0070C0"/>
                </a:solidFill>
                <a:latin typeface="Dreaming Outloud Pro" panose="03050502040302030504" pitchFamily="66" charset="0"/>
                <a:cs typeface="Dreaming Outloud Pro" panose="03050502040302030504" pitchFamily="66" charset="0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Hótel Hamar</a:t>
            </a:r>
            <a:r>
              <a:rPr lang="en-US" altLang="zh-TW" sz="2000" dirty="0">
                <a:solidFill>
                  <a:srgbClr val="0070C0"/>
                </a:solidFill>
                <a:latin typeface="Dreaming Outloud Pro" panose="03050502040302030504" pitchFamily="66" charset="0"/>
                <a:cs typeface="Dreaming Outloud Pro" panose="03050502040302030504" pitchFamily="66" charset="0"/>
              </a:rPr>
              <a:t> </a:t>
            </a:r>
            <a:r>
              <a:rPr lang="en-US" altLang="zh-TW" sz="1200" dirty="0">
                <a:latin typeface="Dreaming Outloud Pro" panose="03050502040302030504" pitchFamily="66" charset="0"/>
                <a:ea typeface="微軟正黑體" panose="020B0604030504040204" pitchFamily="34" charset="-120"/>
                <a:cs typeface="Dreaming Outloud Pro" panose="03050502040302030504" pitchFamily="66" charset="0"/>
              </a:rPr>
              <a:t>(1hr 6 min)</a:t>
            </a:r>
          </a:p>
          <a:p>
            <a:pPr fontAlgn="base"/>
            <a:endParaRPr lang="en-US" altLang="zh-TW" sz="2000" b="1" dirty="0">
              <a:solidFill>
                <a:schemeClr val="bg1">
                  <a:lumMod val="50000"/>
                </a:schemeClr>
              </a:solidFill>
              <a:latin typeface="Dreaming Outloud Pro" panose="03050502040302030504" pitchFamily="66" charset="0"/>
              <a:cs typeface="Dreaming Outloud Pro" panose="03050502040302030504" pitchFamily="66" charset="0"/>
            </a:endParaRPr>
          </a:p>
          <a:p>
            <a:pPr marL="0" indent="0">
              <a:buNone/>
            </a:pPr>
            <a:r>
              <a:rPr lang="en-US" altLang="zh-TW" sz="2400" b="1" dirty="0">
                <a:latin typeface="Dreaming Outloud Pro" panose="03050502040302030504" pitchFamily="66" charset="0"/>
                <a:cs typeface="Dreaming Outloud Pro" panose="03050502040302030504" pitchFamily="66" charset="0"/>
              </a:rPr>
              <a:t>02/26</a:t>
            </a:r>
          </a:p>
          <a:p>
            <a:r>
              <a:rPr lang="en-US" altLang="zh-TW" sz="2000" dirty="0">
                <a:solidFill>
                  <a:srgbClr val="0070C0"/>
                </a:solidFill>
                <a:latin typeface="Dreaming Outloud Pro" panose="03050502040302030504" pitchFamily="66" charset="0"/>
                <a:cs typeface="Dreaming Outloud Pro" panose="03050502040302030504" pitchFamily="66" charset="0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Hótel Hamar</a:t>
            </a:r>
            <a:r>
              <a:rPr lang="en-US" altLang="zh-TW" sz="2000" dirty="0">
                <a:solidFill>
                  <a:srgbClr val="0070C0"/>
                </a:solidFill>
                <a:latin typeface="Dreaming Outloud Pro" panose="03050502040302030504" pitchFamily="66" charset="0"/>
                <a:cs typeface="Dreaming Outloud Pro" panose="03050502040302030504" pitchFamily="66" charset="0"/>
              </a:rPr>
              <a:t> </a:t>
            </a:r>
            <a:r>
              <a:rPr lang="en-US" altLang="zh-TW" sz="2000" dirty="0">
                <a:latin typeface="Dreaming Outloud Pro" panose="03050502040302030504" pitchFamily="66" charset="0"/>
                <a:cs typeface="Dreaming Outloud Pro" panose="03050502040302030504" pitchFamily="66" charset="0"/>
              </a:rPr>
              <a:t>– </a:t>
            </a:r>
            <a:r>
              <a:rPr lang="en-US" altLang="zh-TW" sz="2000" dirty="0">
                <a:latin typeface="Dreaming Outloud Pro" panose="03050502040302030504" pitchFamily="66" charset="0"/>
                <a:cs typeface="Dreaming Outloud Pro" panose="03050502040302030504" pitchFamily="66" charset="0"/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Snæfellsnes</a:t>
            </a:r>
            <a:r>
              <a:rPr lang="en-US" altLang="zh-TW" sz="2000" dirty="0">
                <a:latin typeface="Dreaming Outloud Pro" panose="03050502040302030504" pitchFamily="66" charset="0"/>
                <a:cs typeface="Dreaming Outloud Pro" panose="03050502040302030504" pitchFamily="66" charset="0"/>
              </a:rPr>
              <a:t> </a:t>
            </a:r>
            <a:r>
              <a:rPr lang="en-US" altLang="zh-TW" sz="1200" dirty="0">
                <a:latin typeface="Dreaming Outloud Pro" panose="03050502040302030504" pitchFamily="66" charset="0"/>
                <a:cs typeface="Dreaming Outloud Pro" panose="03050502040302030504" pitchFamily="66" charset="0"/>
              </a:rPr>
              <a:t>(46min)</a:t>
            </a:r>
          </a:p>
          <a:p>
            <a:r>
              <a:rPr lang="en-US" altLang="zh-TW" sz="2000" dirty="0">
                <a:latin typeface="Dreaming Outloud Pro" panose="03050502040302030504" pitchFamily="66" charset="0"/>
                <a:cs typeface="Dreaming Outloud Pro" panose="03050502040302030504" pitchFamily="66" charset="0"/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Snæfellsnes </a:t>
            </a:r>
            <a:r>
              <a:rPr lang="zh-TW" altLang="en-US" sz="2000" dirty="0">
                <a:latin typeface="Dreaming Outloud Pro" panose="03050502040302030504" pitchFamily="66" charset="0"/>
                <a:cs typeface="Dreaming Outloud Pro" panose="03050502040302030504" pitchFamily="66" charset="0"/>
              </a:rPr>
              <a:t> </a:t>
            </a:r>
            <a:r>
              <a:rPr lang="en-US" altLang="zh-TW" sz="2000" dirty="0">
                <a:latin typeface="Dreaming Outloud Pro" panose="03050502040302030504" pitchFamily="66" charset="0"/>
                <a:cs typeface="Dreaming Outloud Pro" panose="03050502040302030504" pitchFamily="66" charset="0"/>
              </a:rPr>
              <a:t>-</a:t>
            </a:r>
            <a:r>
              <a:rPr lang="zh-TW" altLang="en-US" sz="2000" dirty="0">
                <a:latin typeface="Dreaming Outloud Pro" panose="03050502040302030504" pitchFamily="66" charset="0"/>
                <a:cs typeface="Dreaming Outloud Pro" panose="03050502040302030504" pitchFamily="66" charset="0"/>
              </a:rPr>
              <a:t> </a:t>
            </a:r>
            <a:r>
              <a:rPr lang="en-US" altLang="zh-TW" sz="2000" dirty="0">
                <a:latin typeface="Dreaming Outloud Pro" panose="03050502040302030504" pitchFamily="66" charset="0"/>
                <a:cs typeface="Dreaming Outloud Pro" panose="03050502040302030504" pitchFamily="66" charset="0"/>
                <a:hlinkClick r:id="rId1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Ytri Tunga</a:t>
            </a:r>
            <a:r>
              <a:rPr lang="zh-TW" altLang="en-US" sz="2000" dirty="0">
                <a:latin typeface="Dreaming Outloud Pro" panose="03050502040302030504" pitchFamily="66" charset="0"/>
                <a:cs typeface="Dreaming Outloud Pro" panose="03050502040302030504" pitchFamily="66" charset="0"/>
              </a:rPr>
              <a:t> </a:t>
            </a:r>
            <a:r>
              <a:rPr lang="en-US" altLang="zh-TW" sz="1200" dirty="0">
                <a:latin typeface="Dreaming Outloud Pro" panose="03050502040302030504" pitchFamily="66" charset="0"/>
                <a:cs typeface="Dreaming Outloud Pro" panose="03050502040302030504" pitchFamily="66" charset="0"/>
              </a:rPr>
              <a:t>(20min)</a:t>
            </a:r>
          </a:p>
          <a:p>
            <a:r>
              <a:rPr lang="en-US" altLang="zh-TW" sz="2000" dirty="0">
                <a:latin typeface="Dreaming Outloud Pro" panose="03050502040302030504" pitchFamily="66" charset="0"/>
                <a:cs typeface="Dreaming Outloud Pro" panose="03050502040302030504" pitchFamily="66" charset="0"/>
                <a:hlinkClick r:id="rId1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Ytri Tunga </a:t>
            </a:r>
            <a:r>
              <a:rPr lang="zh-TW" altLang="en-US" sz="2000" dirty="0">
                <a:latin typeface="Dreaming Outloud Pro" panose="03050502040302030504" pitchFamily="66" charset="0"/>
                <a:cs typeface="Dreaming Outloud Pro" panose="03050502040302030504" pitchFamily="66" charset="0"/>
              </a:rPr>
              <a:t> </a:t>
            </a:r>
            <a:r>
              <a:rPr lang="en-US" altLang="zh-TW" sz="2000" dirty="0">
                <a:latin typeface="Dreaming Outloud Pro" panose="03050502040302030504" pitchFamily="66" charset="0"/>
                <a:cs typeface="Dreaming Outloud Pro" panose="03050502040302030504" pitchFamily="66" charset="0"/>
              </a:rPr>
              <a:t>-</a:t>
            </a:r>
            <a:r>
              <a:rPr lang="zh-TW" altLang="en-US" sz="2000" dirty="0">
                <a:latin typeface="Dreaming Outloud Pro" panose="03050502040302030504" pitchFamily="66" charset="0"/>
                <a:cs typeface="Dreaming Outloud Pro" panose="03050502040302030504" pitchFamily="66" charset="0"/>
              </a:rPr>
              <a:t> </a:t>
            </a:r>
            <a:r>
              <a:rPr lang="en-US" altLang="zh-TW" sz="2000" dirty="0">
                <a:latin typeface="Dreaming Outloud Pro" panose="03050502040302030504" pitchFamily="66" charset="0"/>
                <a:cs typeface="Dreaming Outloud Pro" panose="03050502040302030504" pitchFamily="66" charset="0"/>
                <a:hlinkClick r:id="rId1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Búðakirkja</a:t>
            </a:r>
            <a:r>
              <a:rPr lang="zh-TW" altLang="en-US" sz="2000" dirty="0">
                <a:latin typeface="Dreaming Outloud Pro" panose="03050502040302030504" pitchFamily="66" charset="0"/>
                <a:cs typeface="Dreaming Outloud Pro" panose="03050502040302030504" pitchFamily="66" charset="0"/>
              </a:rPr>
              <a:t> </a:t>
            </a:r>
            <a:r>
              <a:rPr lang="en-US" altLang="zh-TW" sz="1200" dirty="0">
                <a:latin typeface="Dreaming Outloud Pro" panose="03050502040302030504" pitchFamily="66" charset="0"/>
                <a:cs typeface="Dreaming Outloud Pro" panose="03050502040302030504" pitchFamily="66" charset="0"/>
              </a:rPr>
              <a:t>(19min)</a:t>
            </a:r>
          </a:p>
          <a:p>
            <a:r>
              <a:rPr lang="en-US" altLang="zh-TW" sz="2000" dirty="0">
                <a:latin typeface="Dreaming Outloud Pro" panose="03050502040302030504" pitchFamily="66" charset="0"/>
                <a:cs typeface="Dreaming Outloud Pro" panose="03050502040302030504" pitchFamily="66" charset="0"/>
                <a:hlinkClick r:id="rId1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Búðakirkja </a:t>
            </a:r>
            <a:r>
              <a:rPr lang="en-US" altLang="zh-TW" sz="2000" dirty="0">
                <a:latin typeface="Dreaming Outloud Pro" panose="03050502040302030504" pitchFamily="66" charset="0"/>
                <a:cs typeface="Dreaming Outloud Pro" panose="03050502040302030504" pitchFamily="66" charset="0"/>
              </a:rPr>
              <a:t> - </a:t>
            </a:r>
            <a:r>
              <a:rPr lang="en-US" altLang="zh-TW" sz="2000" dirty="0">
                <a:latin typeface="Dreaming Outloud Pro" panose="03050502040302030504" pitchFamily="66" charset="0"/>
                <a:cs typeface="Dreaming Outloud Pro" panose="03050502040302030504" pitchFamily="66" charset="0"/>
                <a:hlinkClick r:id="rId1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Ingjaldshólskirkja</a:t>
            </a:r>
            <a:r>
              <a:rPr lang="zh-TW" altLang="en-US" sz="2000" dirty="0">
                <a:latin typeface="Dreaming Outloud Pro" panose="03050502040302030504" pitchFamily="66" charset="0"/>
                <a:cs typeface="Dreaming Outloud Pro" panose="03050502040302030504" pitchFamily="66" charset="0"/>
              </a:rPr>
              <a:t> </a:t>
            </a:r>
            <a:r>
              <a:rPr lang="en-US" altLang="zh-TW" sz="1200" dirty="0">
                <a:latin typeface="Dreaming Outloud Pro" panose="03050502040302030504" pitchFamily="66" charset="0"/>
                <a:cs typeface="Dreaming Outloud Pro" panose="03050502040302030504" pitchFamily="66" charset="0"/>
              </a:rPr>
              <a:t>(29min)</a:t>
            </a:r>
          </a:p>
          <a:p>
            <a:r>
              <a:rPr lang="en-US" altLang="zh-TW" sz="2000" dirty="0">
                <a:latin typeface="Dreaming Outloud Pro" panose="03050502040302030504" pitchFamily="66" charset="0"/>
                <a:cs typeface="Dreaming Outloud Pro" panose="03050502040302030504" pitchFamily="66" charset="0"/>
                <a:hlinkClick r:id="rId1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Ingjaldshólskirkja</a:t>
            </a:r>
            <a:r>
              <a:rPr lang="en-US" altLang="zh-TW" sz="2000" dirty="0">
                <a:latin typeface="Dreaming Outloud Pro" panose="03050502040302030504" pitchFamily="66" charset="0"/>
                <a:cs typeface="Dreaming Outloud Pro" panose="03050502040302030504" pitchFamily="66" charset="0"/>
              </a:rPr>
              <a:t> - </a:t>
            </a:r>
            <a:r>
              <a:rPr lang="en-US" altLang="zh-TW" sz="2000" dirty="0">
                <a:latin typeface="Dreaming Outloud Pro" panose="03050502040302030504" pitchFamily="66" charset="0"/>
                <a:cs typeface="Dreaming Outloud Pro" panose="03050502040302030504" pitchFamily="66" charset="0"/>
                <a:hlinkClick r:id="rId1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Borgarnes</a:t>
            </a:r>
            <a:r>
              <a:rPr lang="en-US" altLang="zh-TW" sz="2000" dirty="0">
                <a:latin typeface="Dreaming Outloud Pro" panose="03050502040302030504" pitchFamily="66" charset="0"/>
                <a:cs typeface="Dreaming Outloud Pro" panose="03050502040302030504" pitchFamily="66" charset="0"/>
              </a:rPr>
              <a:t> </a:t>
            </a:r>
            <a:r>
              <a:rPr lang="en-US" altLang="zh-TW" sz="1200" dirty="0">
                <a:latin typeface="Dreaming Outloud Pro" panose="03050502040302030504" pitchFamily="66" charset="0"/>
                <a:cs typeface="Dreaming Outloud Pro" panose="03050502040302030504" pitchFamily="66" charset="0"/>
              </a:rPr>
              <a:t>(1hr 34min)</a:t>
            </a:r>
          </a:p>
          <a:p>
            <a:r>
              <a:rPr lang="en-US" altLang="zh-TW" sz="2000" dirty="0">
                <a:latin typeface="Dreaming Outloud Pro" panose="03050502040302030504" pitchFamily="66" charset="0"/>
                <a:cs typeface="Dreaming Outloud Pro" panose="03050502040302030504" pitchFamily="66" charset="0"/>
                <a:hlinkClick r:id="rId1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Borgarnes</a:t>
            </a:r>
            <a:r>
              <a:rPr lang="en-US" altLang="zh-TW" sz="2000" dirty="0">
                <a:latin typeface="Dreaming Outloud Pro" panose="03050502040302030504" pitchFamily="66" charset="0"/>
                <a:cs typeface="Dreaming Outloud Pro" panose="03050502040302030504" pitchFamily="66" charset="0"/>
              </a:rPr>
              <a:t> - </a:t>
            </a:r>
            <a:r>
              <a:rPr lang="en-US" altLang="zh-TW" sz="2000" dirty="0">
                <a:solidFill>
                  <a:srgbClr val="0070C0"/>
                </a:solidFill>
                <a:latin typeface="Dreaming Outloud Pro" panose="03050502040302030504" pitchFamily="66" charset="0"/>
                <a:cs typeface="Dreaming Outloud Pro" panose="03050502040302030504" pitchFamily="66" charset="0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Hótel Hamar</a:t>
            </a:r>
            <a:r>
              <a:rPr lang="en-US" altLang="zh-TW" sz="2000" dirty="0">
                <a:solidFill>
                  <a:srgbClr val="0070C0"/>
                </a:solidFill>
                <a:latin typeface="Dreaming Outloud Pro" panose="03050502040302030504" pitchFamily="66" charset="0"/>
                <a:cs typeface="Dreaming Outloud Pro" panose="03050502040302030504" pitchFamily="66" charset="0"/>
              </a:rPr>
              <a:t> </a:t>
            </a:r>
            <a:r>
              <a:rPr lang="en-US" altLang="zh-TW" sz="1200" dirty="0">
                <a:latin typeface="Dreaming Outloud Pro" panose="03050502040302030504" pitchFamily="66" charset="0"/>
                <a:cs typeface="Dreaming Outloud Pro" panose="03050502040302030504" pitchFamily="66" charset="0"/>
              </a:rPr>
              <a:t>(7min)</a:t>
            </a:r>
          </a:p>
          <a:p>
            <a:endParaRPr lang="en-US" altLang="zh-TW" sz="1200" dirty="0">
              <a:latin typeface="Dreaming Outloud Pro" panose="03050502040302030504" pitchFamily="66" charset="0"/>
              <a:cs typeface="Dreaming Outloud Pro" panose="03050502040302030504" pitchFamily="66" charset="0"/>
            </a:endParaRPr>
          </a:p>
          <a:p>
            <a:endParaRPr lang="en-US" altLang="zh-TW" sz="2000" dirty="0">
              <a:latin typeface="Dreaming Outloud Pro" panose="03050502040302030504" pitchFamily="66" charset="0"/>
              <a:ea typeface="微軟正黑體" panose="020B0604030504040204" pitchFamily="34" charset="-120"/>
              <a:cs typeface="Dreaming Outloud Pro" panose="03050502040302030504" pitchFamily="66" charset="0"/>
            </a:endParaRPr>
          </a:p>
          <a:p>
            <a:endParaRPr lang="en-US" altLang="zh-TW" sz="2000" dirty="0">
              <a:latin typeface="Dreaming Outloud Pro" panose="03050502040302030504" pitchFamily="66" charset="0"/>
              <a:ea typeface="微軟正黑體" panose="020B0604030504040204" pitchFamily="34" charset="-120"/>
              <a:cs typeface="Dreaming Outloud Pro" panose="03050502040302030504" pitchFamily="66" charset="0"/>
            </a:endParaRPr>
          </a:p>
        </p:txBody>
      </p:sp>
      <p:sp>
        <p:nvSpPr>
          <p:cNvPr id="2" name="標題 5">
            <a:extLst>
              <a:ext uri="{FF2B5EF4-FFF2-40B4-BE49-F238E27FC236}">
                <a16:creationId xmlns:a16="http://schemas.microsoft.com/office/drawing/2014/main" id="{658D7081-ECE2-CCD0-BA30-8CAF4A3DB4A4}"/>
              </a:ext>
            </a:extLst>
          </p:cNvPr>
          <p:cNvSpPr txBox="1">
            <a:spLocks/>
          </p:cNvSpPr>
          <p:nvPr/>
        </p:nvSpPr>
        <p:spPr>
          <a:xfrm>
            <a:off x="9633626" y="0"/>
            <a:ext cx="2558374" cy="39225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altLang="zh-TW" sz="2800" b="1" dirty="0">
                <a:latin typeface="Dreaming Outloud Pro" panose="03050502040302030504" pitchFamily="66" charset="0"/>
                <a:ea typeface="+mn-ea"/>
                <a:cs typeface="Dreaming Outloud Pro" panose="03050502040302030504" pitchFamily="66" charset="0"/>
              </a:rPr>
              <a:t>Day 3-4</a:t>
            </a:r>
            <a:endParaRPr lang="zh-TW" altLang="en-US" sz="2800" b="1" dirty="0">
              <a:latin typeface="Dreaming Outloud Pro" panose="03050502040302030504" pitchFamily="66" charset="0"/>
              <a:ea typeface="+mn-ea"/>
              <a:cs typeface="Dreaming Outloud Pro" panose="030505020403020305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86372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72ECB5-69E8-9792-AA90-04B368731A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內容版面配置區 6">
            <a:extLst>
              <a:ext uri="{FF2B5EF4-FFF2-40B4-BE49-F238E27FC236}">
                <a16:creationId xmlns:a16="http://schemas.microsoft.com/office/drawing/2014/main" id="{DFA603B2-0285-EA17-20F9-5CF80C7CD6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9636" y="874279"/>
            <a:ext cx="10515600" cy="584084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TW" sz="2400" b="1" dirty="0">
                <a:latin typeface="Dreaming Outloud Pro" panose="03050502040302030504" pitchFamily="66" charset="0"/>
                <a:cs typeface="Dreaming Outloud Pro" panose="03050502040302030504" pitchFamily="66" charset="0"/>
              </a:rPr>
              <a:t>02/27</a:t>
            </a:r>
          </a:p>
          <a:p>
            <a:r>
              <a:rPr lang="en-US" altLang="zh-TW" sz="2000" dirty="0">
                <a:solidFill>
                  <a:srgbClr val="0070C0"/>
                </a:solidFill>
                <a:latin typeface="Dreaming Outloud Pro" panose="03050502040302030504" pitchFamily="66" charset="0"/>
                <a:cs typeface="Dreaming Outloud Pro" panose="03050502040302030504" pitchFamily="66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Hótel Hamar</a:t>
            </a:r>
            <a:r>
              <a:rPr lang="en-US" altLang="zh-TW" sz="2000" dirty="0">
                <a:solidFill>
                  <a:srgbClr val="0070C0"/>
                </a:solidFill>
                <a:latin typeface="Dreaming Outloud Pro" panose="03050502040302030504" pitchFamily="66" charset="0"/>
                <a:cs typeface="Dreaming Outloud Pro" panose="03050502040302030504" pitchFamily="66" charset="0"/>
              </a:rPr>
              <a:t> </a:t>
            </a:r>
            <a:r>
              <a:rPr lang="en-US" altLang="zh-TW" sz="2000" dirty="0">
                <a:latin typeface="Dreaming Outloud Pro" panose="03050502040302030504" pitchFamily="66" charset="0"/>
                <a:ea typeface="微軟正黑體" panose="020B0604030504040204" pitchFamily="34" charset="-120"/>
                <a:cs typeface="Dreaming Outloud Pro" panose="03050502040302030504" pitchFamily="66" charset="0"/>
              </a:rPr>
              <a:t>– </a:t>
            </a:r>
            <a:r>
              <a:rPr lang="en-US" altLang="zh-TW" sz="2000" dirty="0">
                <a:solidFill>
                  <a:schemeClr val="accent2"/>
                </a:solidFill>
                <a:latin typeface="Dreaming Outloud Pro" panose="03050502040302030504" pitchFamily="66" charset="0"/>
                <a:cs typeface="Dreaming Outloud Pro" panose="03050502040302030504" pitchFamily="66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Bónus</a:t>
            </a:r>
            <a:r>
              <a:rPr lang="en-US" altLang="zh-TW" dirty="0"/>
              <a:t> </a:t>
            </a:r>
            <a:r>
              <a:rPr lang="en-US" altLang="zh-TW" sz="1200" dirty="0">
                <a:latin typeface="Dreaming Outloud Pro" panose="03050502040302030504" pitchFamily="66" charset="0"/>
                <a:ea typeface="微軟正黑體" panose="020B0604030504040204" pitchFamily="34" charset="-120"/>
                <a:cs typeface="Dreaming Outloud Pro" panose="03050502040302030504" pitchFamily="66" charset="0"/>
              </a:rPr>
              <a:t>(53min)</a:t>
            </a:r>
          </a:p>
          <a:p>
            <a:pPr fontAlgn="base"/>
            <a:r>
              <a:rPr lang="en-US" altLang="zh-TW" sz="2000" dirty="0">
                <a:solidFill>
                  <a:schemeClr val="accent2"/>
                </a:solidFill>
                <a:latin typeface="Dreaming Outloud Pro" panose="03050502040302030504" pitchFamily="66" charset="0"/>
                <a:cs typeface="Dreaming Outloud Pro" panose="03050502040302030504" pitchFamily="66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Bónus</a:t>
            </a:r>
            <a:r>
              <a:rPr lang="zh-TW" altLang="en-US" sz="2000" dirty="0">
                <a:solidFill>
                  <a:schemeClr val="accent2"/>
                </a:solidFill>
                <a:latin typeface="Dreaming Outloud Pro" panose="03050502040302030504" pitchFamily="66" charset="0"/>
                <a:cs typeface="Dreaming Outloud Pro" panose="03050502040302030504" pitchFamily="66" charset="0"/>
              </a:rPr>
              <a:t> </a:t>
            </a:r>
            <a:r>
              <a:rPr lang="en-US" altLang="zh-TW" sz="2000" dirty="0">
                <a:latin typeface="Dreaming Outloud Pro" panose="03050502040302030504" pitchFamily="66" charset="0"/>
                <a:cs typeface="Dreaming Outloud Pro" panose="03050502040302030504" pitchFamily="66" charset="0"/>
              </a:rPr>
              <a:t>– </a:t>
            </a:r>
            <a:r>
              <a:rPr lang="en-US" altLang="zh-TW" sz="2000" dirty="0">
                <a:latin typeface="Dreaming Outloud Pro" panose="03050502040302030504" pitchFamily="66" charset="0"/>
                <a:cs typeface="Dreaming Outloud Pro" panose="03050502040302030504" pitchFamily="66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Seljalandsfoss</a:t>
            </a:r>
            <a:r>
              <a:rPr lang="en-US" altLang="zh-TW" sz="2000" dirty="0">
                <a:latin typeface="Dreaming Outloud Pro" panose="03050502040302030504" pitchFamily="66" charset="0"/>
                <a:cs typeface="Dreaming Outloud Pro" panose="03050502040302030504" pitchFamily="66" charset="0"/>
              </a:rPr>
              <a:t> </a:t>
            </a:r>
            <a:r>
              <a:rPr lang="en-US" altLang="zh-TW" sz="1200" dirty="0">
                <a:latin typeface="Dreaming Outloud Pro" panose="03050502040302030504" pitchFamily="66" charset="0"/>
                <a:ea typeface="微軟正黑體" panose="020B0604030504040204" pitchFamily="34" charset="-120"/>
                <a:cs typeface="Dreaming Outloud Pro" panose="03050502040302030504" pitchFamily="66" charset="0"/>
              </a:rPr>
              <a:t>(1hr 37min)</a:t>
            </a:r>
          </a:p>
          <a:p>
            <a:pPr fontAlgn="base"/>
            <a:r>
              <a:rPr lang="en-US" altLang="zh-TW" sz="2000" dirty="0">
                <a:latin typeface="Dreaming Outloud Pro" panose="03050502040302030504" pitchFamily="66" charset="0"/>
                <a:cs typeface="Dreaming Outloud Pro" panose="03050502040302030504" pitchFamily="66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Seljalandsfoss</a:t>
            </a:r>
            <a:r>
              <a:rPr lang="en-US" altLang="zh-TW" sz="2000" dirty="0">
                <a:latin typeface="Dreaming Outloud Pro" panose="03050502040302030504" pitchFamily="66" charset="0"/>
                <a:cs typeface="Dreaming Outloud Pro" panose="03050502040302030504" pitchFamily="66" charset="0"/>
              </a:rPr>
              <a:t> –</a:t>
            </a:r>
            <a:r>
              <a:rPr lang="zh-TW" altLang="en-US" sz="2000" dirty="0">
                <a:latin typeface="Dreaming Outloud Pro" panose="03050502040302030504" pitchFamily="66" charset="0"/>
                <a:cs typeface="Dreaming Outloud Pro" panose="03050502040302030504" pitchFamily="66" charset="0"/>
              </a:rPr>
              <a:t> </a:t>
            </a:r>
            <a:r>
              <a:rPr lang="en-US" altLang="zh-TW" sz="2000" dirty="0">
                <a:latin typeface="Dreaming Outloud Pro" panose="03050502040302030504" pitchFamily="66" charset="0"/>
                <a:cs typeface="Dreaming Outloud Pro" panose="03050502040302030504" pitchFamily="66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Fjaðrárgljúfur</a:t>
            </a:r>
            <a:r>
              <a:rPr lang="en-US" altLang="zh-TW" sz="2000" dirty="0">
                <a:latin typeface="Dreaming Outloud Pro" panose="03050502040302030504" pitchFamily="66" charset="0"/>
                <a:cs typeface="Dreaming Outloud Pro" panose="03050502040302030504" pitchFamily="66" charset="0"/>
              </a:rPr>
              <a:t> </a:t>
            </a:r>
            <a:r>
              <a:rPr lang="en-US" altLang="zh-TW" sz="1200" dirty="0">
                <a:latin typeface="Dreaming Outloud Pro" panose="03050502040302030504" pitchFamily="66" charset="0"/>
                <a:cs typeface="Dreaming Outloud Pro" panose="03050502040302030504" pitchFamily="66" charset="0"/>
              </a:rPr>
              <a:t>(1hr 34min)</a:t>
            </a:r>
          </a:p>
          <a:p>
            <a:pPr fontAlgn="base"/>
            <a:r>
              <a:rPr lang="en-US" altLang="zh-TW" sz="2000" dirty="0">
                <a:latin typeface="Dreaming Outloud Pro" panose="03050502040302030504" pitchFamily="66" charset="0"/>
                <a:cs typeface="Dreaming Outloud Pro" panose="03050502040302030504" pitchFamily="66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Fjaðrárgljúfur</a:t>
            </a:r>
            <a:r>
              <a:rPr lang="en-US" altLang="zh-TW" sz="2000" dirty="0">
                <a:latin typeface="Dreaming Outloud Pro" panose="03050502040302030504" pitchFamily="66" charset="0"/>
                <a:cs typeface="Dreaming Outloud Pro" panose="03050502040302030504" pitchFamily="66" charset="0"/>
              </a:rPr>
              <a:t> - </a:t>
            </a:r>
            <a:r>
              <a:rPr lang="en-US" altLang="zh-TW" sz="2000" dirty="0">
                <a:solidFill>
                  <a:srgbClr val="0070C0"/>
                </a:solidFill>
                <a:latin typeface="Dreaming Outloud Pro" panose="03050502040302030504" pitchFamily="66" charset="0"/>
                <a:cs typeface="Dreaming Outloud Pro" panose="03050502040302030504" pitchFamily="66" charset="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Hótel </a:t>
            </a:r>
            <a:r>
              <a:rPr lang="en-US" altLang="zh-TW" sz="2000" dirty="0" err="1">
                <a:solidFill>
                  <a:srgbClr val="0070C0"/>
                </a:solidFill>
                <a:latin typeface="Dreaming Outloud Pro" panose="03050502040302030504" pitchFamily="66" charset="0"/>
                <a:cs typeface="Dreaming Outloud Pro" panose="03050502040302030504" pitchFamily="66" charset="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Jökulsarlon</a:t>
            </a:r>
            <a:r>
              <a:rPr lang="en-US" altLang="zh-TW" sz="2000" dirty="0">
                <a:solidFill>
                  <a:srgbClr val="0070C0"/>
                </a:solidFill>
                <a:latin typeface="Dreaming Outloud Pro" panose="03050502040302030504" pitchFamily="66" charset="0"/>
                <a:cs typeface="Dreaming Outloud Pro" panose="03050502040302030504" pitchFamily="66" charset="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US" altLang="zh-TW" sz="1200" dirty="0">
                <a:latin typeface="Dreaming Outloud Pro" panose="03050502040302030504" pitchFamily="66" charset="0"/>
                <a:ea typeface="微軟正黑體" panose="020B0604030504040204" pitchFamily="34" charset="-120"/>
                <a:cs typeface="Dreaming Outloud Pro" panose="03050502040302030504" pitchFamily="66" charset="0"/>
              </a:rPr>
              <a:t>(1hr 47 min)</a:t>
            </a:r>
          </a:p>
          <a:p>
            <a:pPr fontAlgn="base"/>
            <a:endParaRPr lang="en-US" altLang="zh-TW" sz="2000" b="1" dirty="0">
              <a:solidFill>
                <a:schemeClr val="bg1">
                  <a:lumMod val="50000"/>
                </a:schemeClr>
              </a:solidFill>
              <a:latin typeface="Dreaming Outloud Pro" panose="03050502040302030504" pitchFamily="66" charset="0"/>
              <a:cs typeface="Dreaming Outloud Pro" panose="03050502040302030504" pitchFamily="66" charset="0"/>
            </a:endParaRPr>
          </a:p>
          <a:p>
            <a:pPr marL="0" indent="0">
              <a:buNone/>
            </a:pPr>
            <a:r>
              <a:rPr lang="en-US" altLang="zh-TW" sz="2400" b="1" dirty="0">
                <a:latin typeface="Dreaming Outloud Pro" panose="03050502040302030504" pitchFamily="66" charset="0"/>
                <a:cs typeface="Dreaming Outloud Pro" panose="03050502040302030504" pitchFamily="66" charset="0"/>
              </a:rPr>
              <a:t>02/28</a:t>
            </a:r>
            <a:r>
              <a:rPr lang="zh-TW" altLang="en-US" sz="2400" b="1" dirty="0">
                <a:latin typeface="Dreaming Outloud Pro" panose="03050502040302030504" pitchFamily="66" charset="0"/>
                <a:cs typeface="Dreaming Outloud Pro" panose="03050502040302030504" pitchFamily="66" charset="0"/>
              </a:rPr>
              <a:t> </a:t>
            </a:r>
            <a:r>
              <a:rPr lang="en-US" altLang="zh-TW" sz="1200" b="1" dirty="0">
                <a:latin typeface="Dreaming Outloud Pro" panose="03050502040302030504" pitchFamily="66" charset="0"/>
                <a:cs typeface="Dreaming Outloud Pro" panose="03050502040302030504" pitchFamily="66" charset="0"/>
              </a:rPr>
              <a:t>[Glacier Hiking]</a:t>
            </a:r>
          </a:p>
          <a:p>
            <a:r>
              <a:rPr lang="en-US" altLang="zh-TW" sz="2000" dirty="0">
                <a:solidFill>
                  <a:srgbClr val="0070C0"/>
                </a:solidFill>
                <a:latin typeface="Dreaming Outloud Pro" panose="03050502040302030504" pitchFamily="66" charset="0"/>
                <a:cs typeface="Dreaming Outloud Pro" panose="03050502040302030504" pitchFamily="66" charset="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Hótel </a:t>
            </a:r>
            <a:r>
              <a:rPr lang="en-US" altLang="zh-TW" sz="2000" dirty="0" err="1">
                <a:solidFill>
                  <a:srgbClr val="0070C0"/>
                </a:solidFill>
                <a:latin typeface="Dreaming Outloud Pro" panose="03050502040302030504" pitchFamily="66" charset="0"/>
                <a:cs typeface="Dreaming Outloud Pro" panose="03050502040302030504" pitchFamily="66" charset="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Jökulsarlon</a:t>
            </a:r>
            <a:r>
              <a:rPr lang="en-US" altLang="zh-TW" sz="2000" dirty="0">
                <a:solidFill>
                  <a:srgbClr val="0070C0"/>
                </a:solidFill>
                <a:latin typeface="Dreaming Outloud Pro" panose="03050502040302030504" pitchFamily="66" charset="0"/>
                <a:cs typeface="Dreaming Outloud Pro" panose="03050502040302030504" pitchFamily="66" charset="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US" altLang="zh-TW" sz="2000" dirty="0">
                <a:latin typeface="Dreaming Outloud Pro" panose="03050502040302030504" pitchFamily="66" charset="0"/>
                <a:cs typeface="Dreaming Outloud Pro" panose="03050502040302030504" pitchFamily="66" charset="0"/>
              </a:rPr>
              <a:t>– </a:t>
            </a:r>
            <a:r>
              <a:rPr lang="en-US" altLang="zh-TW" sz="2000" dirty="0">
                <a:solidFill>
                  <a:srgbClr val="FF0000"/>
                </a:solidFill>
                <a:latin typeface="Dreaming Outloud Pro" panose="03050502040302030504" pitchFamily="66" charset="0"/>
                <a:cs typeface="Dreaming Outloud Pro" panose="03050502040302030504" pitchFamily="66" charset="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Skaftafell Blue Ice Cave &amp; Glacier Hike</a:t>
            </a:r>
            <a:r>
              <a:rPr lang="en-US" altLang="zh-TW" sz="2000" dirty="0">
                <a:solidFill>
                  <a:srgbClr val="FF0000"/>
                </a:solidFill>
                <a:latin typeface="Dreaming Outloud Pro" panose="03050502040302030504" pitchFamily="66" charset="0"/>
                <a:cs typeface="Dreaming Outloud Pro" panose="03050502040302030504" pitchFamily="66" charset="0"/>
              </a:rPr>
              <a:t> </a:t>
            </a:r>
            <a:r>
              <a:rPr lang="en-US" altLang="zh-TW" sz="1200" dirty="0">
                <a:latin typeface="Dreaming Outloud Pro" panose="03050502040302030504" pitchFamily="66" charset="0"/>
                <a:cs typeface="Dreaming Outloud Pro" panose="03050502040302030504" pitchFamily="66" charset="0"/>
              </a:rPr>
              <a:t>(51min)</a:t>
            </a:r>
          </a:p>
          <a:p>
            <a:r>
              <a:rPr lang="en-US" altLang="zh-TW" sz="2000" dirty="0">
                <a:solidFill>
                  <a:srgbClr val="FF0000"/>
                </a:solidFill>
                <a:latin typeface="Dreaming Outloud Pro" panose="03050502040302030504" pitchFamily="66" charset="0"/>
                <a:cs typeface="Dreaming Outloud Pro" panose="03050502040302030504" pitchFamily="66" charset="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Skaftafell Blue Ice Cave &amp; Glacier Hike</a:t>
            </a:r>
            <a:r>
              <a:rPr lang="en-US" altLang="zh-TW" sz="2000" dirty="0">
                <a:solidFill>
                  <a:srgbClr val="FF0000"/>
                </a:solidFill>
                <a:latin typeface="Dreaming Outloud Pro" panose="03050502040302030504" pitchFamily="66" charset="0"/>
                <a:cs typeface="Dreaming Outloud Pro" panose="03050502040302030504" pitchFamily="66" charset="0"/>
              </a:rPr>
              <a:t> </a:t>
            </a:r>
            <a:r>
              <a:rPr lang="en-US" altLang="zh-TW" sz="2000" dirty="0">
                <a:latin typeface="Dreaming Outloud Pro" panose="03050502040302030504" pitchFamily="66" charset="0"/>
                <a:cs typeface="Dreaming Outloud Pro" panose="03050502040302030504" pitchFamily="66" charset="0"/>
              </a:rPr>
              <a:t>–</a:t>
            </a:r>
            <a:r>
              <a:rPr lang="zh-TW" altLang="en-US" sz="2000" dirty="0">
                <a:solidFill>
                  <a:srgbClr val="FF0000"/>
                </a:solidFill>
                <a:latin typeface="Dreaming Outloud Pro" panose="03050502040302030504" pitchFamily="66" charset="0"/>
                <a:cs typeface="Dreaming Outloud Pro" panose="03050502040302030504" pitchFamily="66" charset="0"/>
              </a:rPr>
              <a:t> </a:t>
            </a:r>
            <a:r>
              <a:rPr lang="en-US" altLang="zh-TW" sz="2000" dirty="0">
                <a:solidFill>
                  <a:srgbClr val="00B050"/>
                </a:solidFill>
                <a:latin typeface="Dreaming Outloud Pro" panose="03050502040302030504" pitchFamily="66" charset="0"/>
                <a:cs typeface="Dreaming Outloud Pro" panose="03050502040302030504" pitchFamily="66" charset="0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Pakkhus Restaurant</a:t>
            </a:r>
            <a:r>
              <a:rPr lang="zh-TW" altLang="en-US" sz="2000" dirty="0">
                <a:solidFill>
                  <a:srgbClr val="00B050"/>
                </a:solidFill>
                <a:latin typeface="Dreaming Outloud Pro" panose="03050502040302030504" pitchFamily="66" charset="0"/>
                <a:cs typeface="Dreaming Outloud Pro" panose="03050502040302030504" pitchFamily="66" charset="0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US" altLang="zh-TW" sz="1200" dirty="0">
                <a:latin typeface="Dreaming Outloud Pro" panose="03050502040302030504" pitchFamily="66" charset="0"/>
                <a:cs typeface="Dreaming Outloud Pro" panose="03050502040302030504" pitchFamily="66" charset="0"/>
              </a:rPr>
              <a:t>(1hr 41min)</a:t>
            </a:r>
          </a:p>
          <a:p>
            <a:r>
              <a:rPr lang="en-US" altLang="zh-TW" sz="2000" dirty="0">
                <a:solidFill>
                  <a:srgbClr val="00B050"/>
                </a:solidFill>
                <a:latin typeface="Dreaming Outloud Pro" panose="03050502040302030504" pitchFamily="66" charset="0"/>
                <a:cs typeface="Dreaming Outloud Pro" panose="03050502040302030504" pitchFamily="66" charset="0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Pakkhus Restaurant</a:t>
            </a:r>
            <a:r>
              <a:rPr lang="en-US" altLang="zh-TW" sz="2000" dirty="0">
                <a:solidFill>
                  <a:srgbClr val="0070C0"/>
                </a:solidFill>
                <a:latin typeface="Dreaming Outloud Pro" panose="03050502040302030504" pitchFamily="66" charset="0"/>
                <a:cs typeface="Dreaming Outloud Pro" panose="03050502040302030504" pitchFamily="66" charset="0"/>
              </a:rPr>
              <a:t> </a:t>
            </a:r>
            <a:r>
              <a:rPr lang="en-US" altLang="zh-TW" sz="2000" dirty="0">
                <a:latin typeface="Dreaming Outloud Pro" panose="03050502040302030504" pitchFamily="66" charset="0"/>
                <a:cs typeface="Dreaming Outloud Pro" panose="03050502040302030504" pitchFamily="66" charset="0"/>
              </a:rPr>
              <a:t>-</a:t>
            </a:r>
            <a:r>
              <a:rPr lang="en-US" altLang="zh-TW" sz="2000" dirty="0">
                <a:solidFill>
                  <a:srgbClr val="0070C0"/>
                </a:solidFill>
                <a:latin typeface="Dreaming Outloud Pro" panose="03050502040302030504" pitchFamily="66" charset="0"/>
                <a:cs typeface="Dreaming Outloud Pro" panose="03050502040302030504" pitchFamily="66" charset="0"/>
              </a:rPr>
              <a:t> </a:t>
            </a:r>
            <a:r>
              <a:rPr lang="en-US" altLang="zh-TW" sz="2000" dirty="0">
                <a:solidFill>
                  <a:srgbClr val="0070C0"/>
                </a:solidFill>
                <a:latin typeface="Dreaming Outloud Pro" panose="03050502040302030504" pitchFamily="66" charset="0"/>
                <a:cs typeface="Dreaming Outloud Pro" panose="03050502040302030504" pitchFamily="66" charset="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Hótel </a:t>
            </a:r>
            <a:r>
              <a:rPr lang="en-US" altLang="zh-TW" sz="2000" dirty="0" err="1">
                <a:solidFill>
                  <a:srgbClr val="0070C0"/>
                </a:solidFill>
                <a:latin typeface="Dreaming Outloud Pro" panose="03050502040302030504" pitchFamily="66" charset="0"/>
                <a:cs typeface="Dreaming Outloud Pro" panose="03050502040302030504" pitchFamily="66" charset="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Jökulsarlon</a:t>
            </a:r>
            <a:r>
              <a:rPr lang="en-US" altLang="zh-TW" sz="2000" dirty="0">
                <a:solidFill>
                  <a:srgbClr val="0070C0"/>
                </a:solidFill>
                <a:latin typeface="Dreaming Outloud Pro" panose="03050502040302030504" pitchFamily="66" charset="0"/>
                <a:cs typeface="Dreaming Outloud Pro" panose="03050502040302030504" pitchFamily="66" charset="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US" altLang="zh-TW" sz="1200" dirty="0">
                <a:latin typeface="Dreaming Outloud Pro" panose="03050502040302030504" pitchFamily="66" charset="0"/>
                <a:cs typeface="Dreaming Outloud Pro" panose="03050502040302030504" pitchFamily="66" charset="0"/>
              </a:rPr>
              <a:t>(55min)</a:t>
            </a:r>
            <a:endParaRPr lang="en-US" altLang="zh-TW" sz="1200" dirty="0">
              <a:latin typeface="Dreaming Outloud Pro" panose="03050502040302030504" pitchFamily="66" charset="0"/>
              <a:ea typeface="微軟正黑體" panose="020B0604030504040204" pitchFamily="34" charset="-120"/>
              <a:cs typeface="Dreaming Outloud Pro" panose="03050502040302030504" pitchFamily="66" charset="0"/>
            </a:endParaRPr>
          </a:p>
          <a:p>
            <a:endParaRPr lang="en-US" altLang="zh-TW" sz="2000" dirty="0">
              <a:latin typeface="Dreaming Outloud Pro" panose="03050502040302030504" pitchFamily="66" charset="0"/>
              <a:ea typeface="微軟正黑體" panose="020B0604030504040204" pitchFamily="34" charset="-120"/>
              <a:cs typeface="Dreaming Outloud Pro" panose="03050502040302030504" pitchFamily="66" charset="0"/>
            </a:endParaRPr>
          </a:p>
        </p:txBody>
      </p:sp>
      <p:sp>
        <p:nvSpPr>
          <p:cNvPr id="2" name="標題 5">
            <a:extLst>
              <a:ext uri="{FF2B5EF4-FFF2-40B4-BE49-F238E27FC236}">
                <a16:creationId xmlns:a16="http://schemas.microsoft.com/office/drawing/2014/main" id="{22DDC39C-80AA-5CF7-5DEB-0CC4E249BFDD}"/>
              </a:ext>
            </a:extLst>
          </p:cNvPr>
          <p:cNvSpPr txBox="1">
            <a:spLocks/>
          </p:cNvSpPr>
          <p:nvPr/>
        </p:nvSpPr>
        <p:spPr>
          <a:xfrm>
            <a:off x="9633626" y="0"/>
            <a:ext cx="2558374" cy="39225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altLang="zh-TW" sz="2800" b="1" dirty="0">
                <a:latin typeface="Dreaming Outloud Pro" panose="03050502040302030504" pitchFamily="66" charset="0"/>
                <a:ea typeface="+mn-ea"/>
                <a:cs typeface="Dreaming Outloud Pro" panose="03050502040302030504" pitchFamily="66" charset="0"/>
              </a:rPr>
              <a:t>Day 5-6</a:t>
            </a:r>
            <a:endParaRPr lang="zh-TW" altLang="en-US" sz="2800" b="1" dirty="0">
              <a:latin typeface="Dreaming Outloud Pro" panose="03050502040302030504" pitchFamily="66" charset="0"/>
              <a:ea typeface="+mn-ea"/>
              <a:cs typeface="Dreaming Outloud Pro" panose="030505020403020305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99165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064FFD-37F4-285B-B060-E0D0E33726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內容版面配置區 6">
            <a:extLst>
              <a:ext uri="{FF2B5EF4-FFF2-40B4-BE49-F238E27FC236}">
                <a16:creationId xmlns:a16="http://schemas.microsoft.com/office/drawing/2014/main" id="{790EDECB-F54A-4E8F-84C2-3220AEB00F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9636" y="874279"/>
            <a:ext cx="10515600" cy="584084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TW" sz="2400" b="1" dirty="0">
                <a:latin typeface="Dreaming Outloud Pro" panose="03050502040302030504" pitchFamily="66" charset="0"/>
                <a:cs typeface="Dreaming Outloud Pro" panose="03050502040302030504" pitchFamily="66" charset="0"/>
              </a:rPr>
              <a:t>03/01</a:t>
            </a:r>
          </a:p>
          <a:p>
            <a:r>
              <a:rPr lang="en-US" altLang="zh-TW" sz="2000" dirty="0">
                <a:solidFill>
                  <a:srgbClr val="0070C0"/>
                </a:solidFill>
                <a:latin typeface="Dreaming Outloud Pro" panose="03050502040302030504" pitchFamily="66" charset="0"/>
                <a:cs typeface="Dreaming Outloud Pro" panose="03050502040302030504" pitchFamily="66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Hótel </a:t>
            </a:r>
            <a:r>
              <a:rPr lang="en-US" altLang="zh-TW" sz="2000" dirty="0" err="1">
                <a:solidFill>
                  <a:srgbClr val="0070C0"/>
                </a:solidFill>
                <a:latin typeface="Dreaming Outloud Pro" panose="03050502040302030504" pitchFamily="66" charset="0"/>
                <a:cs typeface="Dreaming Outloud Pro" panose="03050502040302030504" pitchFamily="66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Jökulsarlon</a:t>
            </a:r>
            <a:r>
              <a:rPr lang="en-US" altLang="zh-TW" sz="2000" dirty="0">
                <a:solidFill>
                  <a:srgbClr val="0070C0"/>
                </a:solidFill>
                <a:latin typeface="Dreaming Outloud Pro" panose="03050502040302030504" pitchFamily="66" charset="0"/>
                <a:cs typeface="Dreaming Outloud Pro" panose="03050502040302030504" pitchFamily="66" charset="0"/>
              </a:rPr>
              <a:t> </a:t>
            </a:r>
            <a:r>
              <a:rPr lang="en-US" altLang="zh-TW" sz="2000" dirty="0">
                <a:latin typeface="Dreaming Outloud Pro" panose="03050502040302030504" pitchFamily="66" charset="0"/>
                <a:cs typeface="Dreaming Outloud Pro" panose="03050502040302030504" pitchFamily="66" charset="0"/>
              </a:rPr>
              <a:t>– </a:t>
            </a:r>
            <a:r>
              <a:rPr lang="en-US" altLang="zh-TW" sz="2000" dirty="0">
                <a:solidFill>
                  <a:srgbClr val="00B050"/>
                </a:solidFill>
                <a:latin typeface="Dreaming Outloud Pro" panose="03050502040302030504" pitchFamily="66" charset="0"/>
                <a:cs typeface="Dreaming Outloud Pro" panose="03050502040302030504" pitchFamily="66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Mia's Country Van - Local Fish &amp; Chips</a:t>
            </a:r>
            <a:r>
              <a:rPr lang="en-US" altLang="zh-TW" sz="2000" dirty="0">
                <a:solidFill>
                  <a:srgbClr val="00B050"/>
                </a:solidFill>
                <a:latin typeface="Dreaming Outloud Pro" panose="03050502040302030504" pitchFamily="66" charset="0"/>
                <a:cs typeface="Dreaming Outloud Pro" panose="03050502040302030504" pitchFamily="66" charset="0"/>
              </a:rPr>
              <a:t> – </a:t>
            </a:r>
            <a:r>
              <a:rPr lang="en-US" altLang="zh-TW" sz="2000" dirty="0">
                <a:latin typeface="Dreaming Outloud Pro" panose="03050502040302030504" pitchFamily="66" charset="0"/>
                <a:cs typeface="Dreaming Outloud Pro" panose="03050502040302030504" pitchFamily="66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Skógafoss</a:t>
            </a:r>
            <a:r>
              <a:rPr lang="en-US" altLang="zh-TW" sz="2000" dirty="0">
                <a:latin typeface="Dreaming Outloud Pro" panose="03050502040302030504" pitchFamily="66" charset="0"/>
                <a:cs typeface="Dreaming Outloud Pro" panose="03050502040302030504" pitchFamily="66" charset="0"/>
              </a:rPr>
              <a:t> </a:t>
            </a:r>
            <a:r>
              <a:rPr lang="en-US" altLang="zh-TW" sz="1200" dirty="0">
                <a:latin typeface="Dreaming Outloud Pro" panose="03050502040302030504" pitchFamily="66" charset="0"/>
                <a:ea typeface="微軟正黑體" panose="020B0604030504040204" pitchFamily="34" charset="-120"/>
                <a:cs typeface="Dreaming Outloud Pro" panose="03050502040302030504" pitchFamily="66" charset="0"/>
              </a:rPr>
              <a:t>(2hr 54min)</a:t>
            </a:r>
          </a:p>
          <a:p>
            <a:pPr fontAlgn="base"/>
            <a:r>
              <a:rPr lang="en-US" altLang="zh-TW" sz="2000" dirty="0" err="1">
                <a:latin typeface="Dreaming Outloud Pro" panose="03050502040302030504" pitchFamily="66" charset="0"/>
                <a:cs typeface="Dreaming Outloud Pro" panose="03050502040302030504" pitchFamily="66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Skógafoss</a:t>
            </a:r>
            <a:r>
              <a:rPr lang="en-US" altLang="zh-TW" sz="2000" dirty="0">
                <a:latin typeface="Dreaming Outloud Pro" panose="03050502040302030504" pitchFamily="66" charset="0"/>
                <a:cs typeface="Dreaming Outloud Pro" panose="03050502040302030504" pitchFamily="66" charset="0"/>
              </a:rPr>
              <a:t> - </a:t>
            </a:r>
            <a:r>
              <a:rPr lang="en-US" altLang="zh-TW" sz="2000" dirty="0">
                <a:solidFill>
                  <a:srgbClr val="00B050"/>
                </a:solidFill>
                <a:latin typeface="Dreaming Outloud Pro" panose="03050502040302030504" pitchFamily="66" charset="0"/>
                <a:cs typeface="Dreaming Outloud Pro" panose="03050502040302030504" pitchFamily="66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Svarta </a:t>
            </a:r>
            <a:r>
              <a:rPr lang="en-US" altLang="zh-TW" sz="2000" dirty="0" err="1">
                <a:solidFill>
                  <a:srgbClr val="00B050"/>
                </a:solidFill>
                <a:latin typeface="Dreaming Outloud Pro" panose="03050502040302030504" pitchFamily="66" charset="0"/>
                <a:cs typeface="Dreaming Outloud Pro" panose="03050502040302030504" pitchFamily="66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Kaffið</a:t>
            </a:r>
            <a:r>
              <a:rPr lang="en-US" altLang="zh-TW" sz="2000" dirty="0">
                <a:solidFill>
                  <a:srgbClr val="00B050"/>
                </a:solidFill>
                <a:latin typeface="Dreaming Outloud Pro" panose="03050502040302030504" pitchFamily="66" charset="0"/>
                <a:cs typeface="Dreaming Outloud Pro" panose="03050502040302030504" pitchFamily="66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US" altLang="zh-TW" sz="2000" dirty="0">
                <a:latin typeface="Dreaming Outloud Pro" panose="03050502040302030504" pitchFamily="66" charset="0"/>
                <a:cs typeface="Dreaming Outloud Pro" panose="03050502040302030504" pitchFamily="66" charset="0"/>
              </a:rPr>
              <a:t>-</a:t>
            </a:r>
            <a:r>
              <a:rPr lang="en-US" altLang="zh-TW" dirty="0"/>
              <a:t> </a:t>
            </a:r>
            <a:r>
              <a:rPr lang="en-US" altLang="zh-TW" sz="2000" dirty="0">
                <a:solidFill>
                  <a:srgbClr val="0070C0"/>
                </a:solidFill>
                <a:latin typeface="Dreaming Outloud Pro" panose="03050502040302030504" pitchFamily="66" charset="0"/>
                <a:cs typeface="Dreaming Outloud Pro" panose="03050502040302030504" pitchFamily="66" charset="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Hotel Reykjavík Saga</a:t>
            </a:r>
            <a:r>
              <a:rPr lang="en-US" altLang="zh-TW" sz="2000" dirty="0">
                <a:solidFill>
                  <a:srgbClr val="0070C0"/>
                </a:solidFill>
                <a:latin typeface="Dreaming Outloud Pro" panose="03050502040302030504" pitchFamily="66" charset="0"/>
                <a:cs typeface="Dreaming Outloud Pro" panose="03050502040302030504" pitchFamily="66" charset="0"/>
              </a:rPr>
              <a:t> </a:t>
            </a:r>
            <a:r>
              <a:rPr lang="en-US" altLang="zh-TW" sz="1200" dirty="0">
                <a:latin typeface="Dreaming Outloud Pro" panose="03050502040302030504" pitchFamily="66" charset="0"/>
                <a:ea typeface="微軟正黑體" panose="020B0604030504040204" pitchFamily="34" charset="-120"/>
                <a:cs typeface="Dreaming Outloud Pro" panose="03050502040302030504" pitchFamily="66" charset="0"/>
              </a:rPr>
              <a:t>(1hr 44min)</a:t>
            </a:r>
          </a:p>
          <a:p>
            <a:pPr fontAlgn="base"/>
            <a:endParaRPr lang="en-US" altLang="zh-TW" sz="2000" b="1" dirty="0">
              <a:solidFill>
                <a:schemeClr val="bg1">
                  <a:lumMod val="50000"/>
                </a:schemeClr>
              </a:solidFill>
              <a:latin typeface="Dreaming Outloud Pro" panose="03050502040302030504" pitchFamily="66" charset="0"/>
              <a:cs typeface="Dreaming Outloud Pro" panose="03050502040302030504" pitchFamily="66" charset="0"/>
            </a:endParaRPr>
          </a:p>
          <a:p>
            <a:pPr marL="0" indent="0">
              <a:buNone/>
            </a:pPr>
            <a:r>
              <a:rPr lang="en-US" altLang="zh-TW" sz="2400" b="1" dirty="0">
                <a:latin typeface="Dreaming Outloud Pro" panose="03050502040302030504" pitchFamily="66" charset="0"/>
                <a:cs typeface="Dreaming Outloud Pro" panose="03050502040302030504" pitchFamily="66" charset="0"/>
              </a:rPr>
              <a:t>03/02</a:t>
            </a:r>
          </a:p>
          <a:p>
            <a:r>
              <a:rPr lang="en-US" altLang="zh-TW" sz="2000" dirty="0">
                <a:solidFill>
                  <a:srgbClr val="0070C0"/>
                </a:solidFill>
                <a:latin typeface="Dreaming Outloud Pro" panose="03050502040302030504" pitchFamily="66" charset="0"/>
                <a:cs typeface="Dreaming Outloud Pro" panose="03050502040302030504" pitchFamily="66" charset="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Hotel Reykjavík Saga</a:t>
            </a:r>
            <a:r>
              <a:rPr lang="zh-TW" altLang="en-US" sz="2000" dirty="0">
                <a:solidFill>
                  <a:srgbClr val="0070C0"/>
                </a:solidFill>
                <a:latin typeface="Dreaming Outloud Pro" panose="03050502040302030504" pitchFamily="66" charset="0"/>
                <a:cs typeface="Dreaming Outloud Pro" panose="03050502040302030504" pitchFamily="66" charset="0"/>
              </a:rPr>
              <a:t> </a:t>
            </a:r>
            <a:r>
              <a:rPr lang="en-US" altLang="zh-TW" sz="2000" dirty="0">
                <a:latin typeface="Dreaming Outloud Pro" panose="03050502040302030504" pitchFamily="66" charset="0"/>
                <a:cs typeface="Dreaming Outloud Pro" panose="03050502040302030504" pitchFamily="66" charset="0"/>
              </a:rPr>
              <a:t>–</a:t>
            </a:r>
            <a:r>
              <a:rPr lang="en-US" altLang="zh-TW" sz="2000" dirty="0">
                <a:solidFill>
                  <a:srgbClr val="0070C0"/>
                </a:solidFill>
                <a:latin typeface="Dreaming Outloud Pro" panose="03050502040302030504" pitchFamily="66" charset="0"/>
                <a:cs typeface="Dreaming Outloud Pro" panose="03050502040302030504" pitchFamily="66" charset="0"/>
              </a:rPr>
              <a:t> </a:t>
            </a:r>
            <a:r>
              <a:rPr lang="en-US" altLang="zh-TW" sz="2000" dirty="0">
                <a:solidFill>
                  <a:srgbClr val="FF0000"/>
                </a:solidFill>
                <a:latin typeface="Dreaming Outloud Pro" panose="03050502040302030504" pitchFamily="66" charset="0"/>
                <a:cs typeface="Dreaming Outloud Pro" panose="03050502040302030504" pitchFamily="66" charset="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Sky Lagoon</a:t>
            </a:r>
            <a:r>
              <a:rPr lang="zh-TW" altLang="en-US" sz="2000" dirty="0">
                <a:solidFill>
                  <a:srgbClr val="FF0000"/>
                </a:solidFill>
                <a:latin typeface="Dreaming Outloud Pro" panose="03050502040302030504" pitchFamily="66" charset="0"/>
                <a:cs typeface="Dreaming Outloud Pro" panose="03050502040302030504" pitchFamily="66" charset="0"/>
              </a:rPr>
              <a:t> </a:t>
            </a:r>
            <a:r>
              <a:rPr lang="en-US" altLang="zh-TW" sz="1200" dirty="0">
                <a:latin typeface="Dreaming Outloud Pro" panose="03050502040302030504" pitchFamily="66" charset="0"/>
                <a:cs typeface="Dreaming Outloud Pro" panose="03050502040302030504" pitchFamily="66" charset="0"/>
              </a:rPr>
              <a:t>(15min)</a:t>
            </a:r>
            <a:endParaRPr lang="en-US" altLang="zh-TW" sz="2000" dirty="0">
              <a:solidFill>
                <a:srgbClr val="0070C0"/>
              </a:solidFill>
              <a:latin typeface="Dreaming Outloud Pro" panose="03050502040302030504" pitchFamily="66" charset="0"/>
              <a:cs typeface="Dreaming Outloud Pro" panose="03050502040302030504" pitchFamily="66" charset="0"/>
            </a:endParaRPr>
          </a:p>
          <a:p>
            <a:pPr lvl="1"/>
            <a:r>
              <a:rPr lang="en-US" altLang="zh-TW" sz="1600" dirty="0">
                <a:latin typeface="Dreaming Outloud Pro" panose="03050502040302030504" pitchFamily="66" charset="0"/>
                <a:cs typeface="Dreaming Outloud Pro" panose="03050502040302030504" pitchFamily="66" charset="0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Hallgrimskirkja</a:t>
            </a:r>
            <a:r>
              <a:rPr lang="zh-TW" altLang="en-US" sz="1600" dirty="0">
                <a:latin typeface="Dreaming Outloud Pro" panose="03050502040302030504" pitchFamily="66" charset="0"/>
                <a:cs typeface="Dreaming Outloud Pro" panose="03050502040302030504" pitchFamily="66" charset="0"/>
              </a:rPr>
              <a:t> </a:t>
            </a:r>
            <a:r>
              <a:rPr lang="en-US" altLang="zh-TW" sz="1600" dirty="0">
                <a:latin typeface="Dreaming Outloud Pro" panose="03050502040302030504" pitchFamily="66" charset="0"/>
                <a:cs typeface="Dreaming Outloud Pro" panose="03050502040302030504" pitchFamily="66" charset="0"/>
              </a:rPr>
              <a:t>–</a:t>
            </a:r>
            <a:r>
              <a:rPr lang="zh-TW" altLang="en-US" sz="1600" dirty="0">
                <a:latin typeface="Dreaming Outloud Pro" panose="03050502040302030504" pitchFamily="66" charset="0"/>
                <a:cs typeface="Dreaming Outloud Pro" panose="03050502040302030504" pitchFamily="66" charset="0"/>
              </a:rPr>
              <a:t> </a:t>
            </a:r>
            <a:r>
              <a:rPr lang="en-US" altLang="zh-TW" sz="1600" dirty="0">
                <a:latin typeface="Dreaming Outloud Pro" panose="03050502040302030504" pitchFamily="66" charset="0"/>
                <a:cs typeface="Dreaming Outloud Pro" panose="03050502040302030504" pitchFamily="66" charset="0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Harpa</a:t>
            </a:r>
            <a:r>
              <a:rPr lang="zh-TW" altLang="en-US" sz="1600" dirty="0">
                <a:latin typeface="Dreaming Outloud Pro" panose="03050502040302030504" pitchFamily="66" charset="0"/>
                <a:cs typeface="Dreaming Outloud Pro" panose="03050502040302030504" pitchFamily="66" charset="0"/>
              </a:rPr>
              <a:t> </a:t>
            </a:r>
            <a:r>
              <a:rPr lang="en-US" altLang="zh-TW" sz="1600" dirty="0">
                <a:latin typeface="Dreaming Outloud Pro" panose="03050502040302030504" pitchFamily="66" charset="0"/>
                <a:cs typeface="Dreaming Outloud Pro" panose="03050502040302030504" pitchFamily="66" charset="0"/>
              </a:rPr>
              <a:t>–</a:t>
            </a:r>
            <a:r>
              <a:rPr lang="zh-TW" altLang="en-US" sz="1600" dirty="0">
                <a:latin typeface="Dreaming Outloud Pro" panose="03050502040302030504" pitchFamily="66" charset="0"/>
                <a:cs typeface="Dreaming Outloud Pro" panose="03050502040302030504" pitchFamily="66" charset="0"/>
              </a:rPr>
              <a:t> </a:t>
            </a:r>
            <a:r>
              <a:rPr lang="en-US" altLang="zh-TW" sz="1600" dirty="0">
                <a:latin typeface="Dreaming Outloud Pro" panose="03050502040302030504" pitchFamily="66" charset="0"/>
                <a:cs typeface="Dreaming Outloud Pro" panose="03050502040302030504" pitchFamily="66" charset="0"/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Sun Voyager Reykjavík Iceland</a:t>
            </a:r>
            <a:r>
              <a:rPr lang="zh-TW" altLang="en-US" sz="1600" dirty="0">
                <a:latin typeface="Dreaming Outloud Pro" panose="03050502040302030504" pitchFamily="66" charset="0"/>
                <a:cs typeface="Dreaming Outloud Pro" panose="03050502040302030504" pitchFamily="66" charset="0"/>
              </a:rPr>
              <a:t> </a:t>
            </a:r>
            <a:r>
              <a:rPr lang="en-US" altLang="zh-TW" sz="1600" dirty="0">
                <a:latin typeface="Dreaming Outloud Pro" panose="03050502040302030504" pitchFamily="66" charset="0"/>
                <a:cs typeface="Dreaming Outloud Pro" panose="03050502040302030504" pitchFamily="66" charset="0"/>
              </a:rPr>
              <a:t>-</a:t>
            </a:r>
            <a:r>
              <a:rPr lang="zh-TW" altLang="en-US" sz="1600" dirty="0">
                <a:latin typeface="Dreaming Outloud Pro" panose="03050502040302030504" pitchFamily="66" charset="0"/>
                <a:cs typeface="Dreaming Outloud Pro" panose="03050502040302030504" pitchFamily="66" charset="0"/>
              </a:rPr>
              <a:t> </a:t>
            </a:r>
            <a:r>
              <a:rPr lang="en-US" altLang="zh-TW" sz="1600" dirty="0">
                <a:solidFill>
                  <a:srgbClr val="00B050"/>
                </a:solidFill>
                <a:latin typeface="Dreaming Outloud Pro" panose="03050502040302030504" pitchFamily="66" charset="0"/>
                <a:cs typeface="Dreaming Outloud Pro" panose="03050502040302030504" pitchFamily="66" charset="0"/>
                <a:hlinkClick r:id="rId1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Bæjarins </a:t>
            </a:r>
            <a:r>
              <a:rPr lang="en-US" altLang="zh-TW" sz="1600" dirty="0" err="1">
                <a:solidFill>
                  <a:srgbClr val="00B050"/>
                </a:solidFill>
                <a:latin typeface="Dreaming Outloud Pro" panose="03050502040302030504" pitchFamily="66" charset="0"/>
                <a:cs typeface="Dreaming Outloud Pro" panose="03050502040302030504" pitchFamily="66" charset="0"/>
                <a:hlinkClick r:id="rId1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Beztu</a:t>
            </a:r>
            <a:r>
              <a:rPr lang="en-US" altLang="zh-TW" sz="1600" dirty="0">
                <a:solidFill>
                  <a:srgbClr val="00B050"/>
                </a:solidFill>
                <a:latin typeface="Dreaming Outloud Pro" panose="03050502040302030504" pitchFamily="66" charset="0"/>
                <a:cs typeface="Dreaming Outloud Pro" panose="03050502040302030504" pitchFamily="66" charset="0"/>
                <a:hlinkClick r:id="rId1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US" altLang="zh-TW" sz="1600" dirty="0" err="1">
                <a:solidFill>
                  <a:srgbClr val="00B050"/>
                </a:solidFill>
                <a:latin typeface="Dreaming Outloud Pro" panose="03050502040302030504" pitchFamily="66" charset="0"/>
                <a:cs typeface="Dreaming Outloud Pro" panose="03050502040302030504" pitchFamily="66" charset="0"/>
                <a:hlinkClick r:id="rId1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Pylsur</a:t>
            </a:r>
            <a:endParaRPr lang="en-US" altLang="zh-TW" sz="2000" dirty="0">
              <a:latin typeface="Dreaming Outloud Pro" panose="03050502040302030504" pitchFamily="66" charset="0"/>
              <a:cs typeface="Dreaming Outloud Pro" panose="03050502040302030504" pitchFamily="66" charset="0"/>
              <a:hlinkClick r:id="rId1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r>
              <a:rPr lang="en-US" altLang="zh-TW" sz="2000" dirty="0">
                <a:solidFill>
                  <a:srgbClr val="0070C0"/>
                </a:solidFill>
                <a:latin typeface="Dreaming Outloud Pro" panose="03050502040302030504" pitchFamily="66" charset="0"/>
                <a:cs typeface="Dreaming Outloud Pro" panose="03050502040302030504" pitchFamily="66" charset="0"/>
                <a:hlinkClick r:id="rId1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Courtyard by Marriott Keflavik</a:t>
            </a:r>
            <a:endParaRPr lang="en-US" altLang="zh-TW" sz="2000" dirty="0">
              <a:solidFill>
                <a:srgbClr val="0070C0"/>
              </a:solidFill>
              <a:latin typeface="Dreaming Outloud Pro" panose="03050502040302030504" pitchFamily="66" charset="0"/>
              <a:ea typeface="微軟正黑體" panose="020B0604030504040204" pitchFamily="34" charset="-120"/>
              <a:cs typeface="Dreaming Outloud Pro" panose="03050502040302030504" pitchFamily="66" charset="0"/>
            </a:endParaRPr>
          </a:p>
          <a:p>
            <a:endParaRPr lang="en-US" altLang="zh-TW" sz="2000" dirty="0">
              <a:latin typeface="Dreaming Outloud Pro" panose="03050502040302030504" pitchFamily="66" charset="0"/>
              <a:ea typeface="微軟正黑體" panose="020B0604030504040204" pitchFamily="34" charset="-120"/>
              <a:cs typeface="Dreaming Outloud Pro" panose="03050502040302030504" pitchFamily="66" charset="0"/>
            </a:endParaRPr>
          </a:p>
        </p:txBody>
      </p:sp>
      <p:sp>
        <p:nvSpPr>
          <p:cNvPr id="2" name="標題 5">
            <a:extLst>
              <a:ext uri="{FF2B5EF4-FFF2-40B4-BE49-F238E27FC236}">
                <a16:creationId xmlns:a16="http://schemas.microsoft.com/office/drawing/2014/main" id="{0BB1A7C1-F008-E7BF-7328-B4CEC8DEC8B7}"/>
              </a:ext>
            </a:extLst>
          </p:cNvPr>
          <p:cNvSpPr txBox="1">
            <a:spLocks/>
          </p:cNvSpPr>
          <p:nvPr/>
        </p:nvSpPr>
        <p:spPr>
          <a:xfrm>
            <a:off x="9633626" y="0"/>
            <a:ext cx="2558374" cy="39225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altLang="zh-TW" sz="2800" b="1" dirty="0">
                <a:latin typeface="Dreaming Outloud Pro" panose="03050502040302030504" pitchFamily="66" charset="0"/>
                <a:ea typeface="+mn-ea"/>
                <a:cs typeface="Dreaming Outloud Pro" panose="03050502040302030504" pitchFamily="66" charset="0"/>
              </a:rPr>
              <a:t>Day 7-8</a:t>
            </a:r>
            <a:endParaRPr lang="zh-TW" altLang="en-US" sz="2800" b="1" dirty="0">
              <a:latin typeface="Dreaming Outloud Pro" panose="03050502040302030504" pitchFamily="66" charset="0"/>
              <a:ea typeface="+mn-ea"/>
              <a:cs typeface="Dreaming Outloud Pro" panose="030505020403020305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56866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London: A History | HISTORY">
            <a:extLst>
              <a:ext uri="{FF2B5EF4-FFF2-40B4-BE49-F238E27FC236}">
                <a16:creationId xmlns:a16="http://schemas.microsoft.com/office/drawing/2014/main" id="{B7A78AE6-9894-5265-AB93-BD9AFB7213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057CB36F-6B76-6C41-ED5B-65749E71854B}"/>
              </a:ext>
            </a:extLst>
          </p:cNvPr>
          <p:cNvSpPr txBox="1"/>
          <p:nvPr/>
        </p:nvSpPr>
        <p:spPr>
          <a:xfrm>
            <a:off x="0" y="6273224"/>
            <a:ext cx="5569527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TW" sz="3200" b="1" dirty="0">
                <a:solidFill>
                  <a:schemeClr val="bg1"/>
                </a:solidFill>
                <a:latin typeface="Dreaming Outloud Pro" panose="03050502040302030504" pitchFamily="66" charset="0"/>
                <a:cs typeface="Dreaming Outloud Pro" panose="03050502040302030504" pitchFamily="66" charset="0"/>
              </a:rPr>
              <a:t>London</a:t>
            </a:r>
            <a:r>
              <a:rPr lang="zh-TW" altLang="en-US" sz="3200" b="1" dirty="0">
                <a:solidFill>
                  <a:schemeClr val="bg1"/>
                </a:solidFill>
                <a:latin typeface="Dreaming Outloud Pro" panose="03050502040302030504" pitchFamily="66" charset="0"/>
                <a:cs typeface="Dreaming Outloud Pro" panose="03050502040302030504" pitchFamily="66" charset="0"/>
              </a:rPr>
              <a:t> </a:t>
            </a:r>
            <a:r>
              <a:rPr lang="en-US" altLang="zh-TW" sz="1600" b="1" dirty="0">
                <a:solidFill>
                  <a:schemeClr val="bg1"/>
                </a:solidFill>
                <a:latin typeface="Dreaming Outloud Pro" panose="03050502040302030504" pitchFamily="66" charset="0"/>
                <a:cs typeface="Dreaming Outloud Pro" panose="03050502040302030504" pitchFamily="66" charset="0"/>
              </a:rPr>
              <a:t>03.03 – 03.05</a:t>
            </a:r>
            <a:endParaRPr lang="zh-TW" altLang="en-US" sz="3200" b="1" dirty="0">
              <a:solidFill>
                <a:schemeClr val="bg1"/>
              </a:solidFill>
              <a:latin typeface="Dreaming Outloud Pro" panose="03050502040302030504" pitchFamily="66" charset="0"/>
              <a:cs typeface="Dreaming Outloud Pro" panose="030505020403020305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56447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EB58B2-C946-A4B9-D4D0-1081B3B5B8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內容版面配置區 6">
            <a:extLst>
              <a:ext uri="{FF2B5EF4-FFF2-40B4-BE49-F238E27FC236}">
                <a16:creationId xmlns:a16="http://schemas.microsoft.com/office/drawing/2014/main" id="{83D7A3CA-B859-C8D7-8078-9F2928FAF4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9636" y="874279"/>
            <a:ext cx="10515600" cy="584084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TW" sz="2400" b="1" dirty="0">
                <a:latin typeface="Dreaming Outloud Pro" panose="03050502040302030504" pitchFamily="66" charset="0"/>
                <a:cs typeface="Dreaming Outloud Pro" panose="03050502040302030504" pitchFamily="66" charset="0"/>
              </a:rPr>
              <a:t>03/03</a:t>
            </a:r>
          </a:p>
          <a:p>
            <a:r>
              <a:rPr lang="en-US" altLang="zh-TW" sz="2000" dirty="0">
                <a:solidFill>
                  <a:srgbClr val="0070C0"/>
                </a:solidFill>
                <a:latin typeface="Dreaming Outloud Pro" panose="03050502040302030504" pitchFamily="66" charset="0"/>
                <a:cs typeface="Dreaming Outloud Pro" panose="03050502040302030504" pitchFamily="66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Courtyard by Marriott Keflavik</a:t>
            </a:r>
            <a:r>
              <a:rPr lang="en-US" altLang="zh-TW" sz="2000" dirty="0">
                <a:solidFill>
                  <a:srgbClr val="0070C0"/>
                </a:solidFill>
                <a:latin typeface="Dreaming Outloud Pro" panose="03050502040302030504" pitchFamily="66" charset="0"/>
                <a:ea typeface="微軟正黑體" panose="020B0604030504040204" pitchFamily="34" charset="-120"/>
                <a:cs typeface="Dreaming Outloud Pro" panose="03050502040302030504" pitchFamily="66" charset="0"/>
              </a:rPr>
              <a:t> - </a:t>
            </a:r>
            <a:r>
              <a:rPr lang="en-US" altLang="zh-TW" sz="2000" dirty="0">
                <a:latin typeface="Dreaming Outloud Pro" panose="03050502040302030504" pitchFamily="66" charset="0"/>
                <a:cs typeface="Dreaming Outloud Pro" panose="03050502040302030504" pitchFamily="66" charset="0"/>
              </a:rPr>
              <a:t>KEF</a:t>
            </a:r>
          </a:p>
          <a:p>
            <a:r>
              <a:rPr lang="en-US" altLang="zh-TW" sz="2000" dirty="0">
                <a:latin typeface="Dreaming Outloud Pro" panose="03050502040302030504" pitchFamily="66" charset="0"/>
                <a:cs typeface="Dreaming Outloud Pro" panose="03050502040302030504" pitchFamily="66" charset="0"/>
              </a:rPr>
              <a:t>KEF</a:t>
            </a:r>
            <a:r>
              <a:rPr lang="zh-TW" altLang="en-US" sz="2000" dirty="0">
                <a:latin typeface="Dreaming Outloud Pro" panose="03050502040302030504" pitchFamily="66" charset="0"/>
                <a:cs typeface="Dreaming Outloud Pro" panose="03050502040302030504" pitchFamily="66" charset="0"/>
              </a:rPr>
              <a:t> </a:t>
            </a:r>
            <a:r>
              <a:rPr lang="en-US" altLang="zh-TW" sz="1200" dirty="0">
                <a:latin typeface="Dreaming Outloud Pro" panose="03050502040302030504" pitchFamily="66" charset="0"/>
                <a:cs typeface="Dreaming Outloud Pro" panose="03050502040302030504" pitchFamily="66" charset="0"/>
              </a:rPr>
              <a:t>[11:50] </a:t>
            </a:r>
            <a:r>
              <a:rPr lang="en-US" altLang="zh-TW" sz="2000" dirty="0">
                <a:latin typeface="Dreaming Outloud Pro" panose="03050502040302030504" pitchFamily="66" charset="0"/>
                <a:cs typeface="Dreaming Outloud Pro" panose="03050502040302030504" pitchFamily="66" charset="0"/>
              </a:rPr>
              <a:t>– LHR</a:t>
            </a:r>
            <a:r>
              <a:rPr lang="zh-TW" altLang="en-US" sz="2000" dirty="0">
                <a:latin typeface="Dreaming Outloud Pro" panose="03050502040302030504" pitchFamily="66" charset="0"/>
                <a:cs typeface="Dreaming Outloud Pro" panose="03050502040302030504" pitchFamily="66" charset="0"/>
              </a:rPr>
              <a:t> </a:t>
            </a:r>
            <a:r>
              <a:rPr lang="en-US" altLang="zh-TW" sz="1200" dirty="0">
                <a:latin typeface="Dreaming Outloud Pro" panose="03050502040302030504" pitchFamily="66" charset="0"/>
                <a:cs typeface="Dreaming Outloud Pro" panose="03050502040302030504" pitchFamily="66" charset="0"/>
              </a:rPr>
              <a:t>[15:00]</a:t>
            </a:r>
          </a:p>
          <a:p>
            <a:r>
              <a:rPr lang="en-US" altLang="zh-TW" sz="2000" dirty="0">
                <a:latin typeface="Dreaming Outloud Pro" panose="03050502040302030504" pitchFamily="66" charset="0"/>
                <a:cs typeface="Dreaming Outloud Pro" panose="03050502040302030504" pitchFamily="66" charset="0"/>
              </a:rPr>
              <a:t>LHR</a:t>
            </a:r>
            <a:r>
              <a:rPr lang="zh-TW" altLang="en-US" sz="2000" dirty="0">
                <a:latin typeface="Dreaming Outloud Pro" panose="03050502040302030504" pitchFamily="66" charset="0"/>
                <a:cs typeface="Dreaming Outloud Pro" panose="03050502040302030504" pitchFamily="66" charset="0"/>
              </a:rPr>
              <a:t> </a:t>
            </a:r>
            <a:r>
              <a:rPr lang="en-US" altLang="zh-TW" sz="2000" dirty="0">
                <a:latin typeface="Dreaming Outloud Pro" panose="03050502040302030504" pitchFamily="66" charset="0"/>
                <a:cs typeface="Dreaming Outloud Pro" panose="03050502040302030504" pitchFamily="66" charset="0"/>
              </a:rPr>
              <a:t>–</a:t>
            </a:r>
            <a:r>
              <a:rPr lang="zh-TW" altLang="en-US" sz="2000" dirty="0">
                <a:latin typeface="Dreaming Outloud Pro" panose="03050502040302030504" pitchFamily="66" charset="0"/>
                <a:cs typeface="Dreaming Outloud Pro" panose="03050502040302030504" pitchFamily="66" charset="0"/>
              </a:rPr>
              <a:t> </a:t>
            </a:r>
            <a:r>
              <a:rPr lang="en-US" altLang="zh-TW" sz="2000" b="1" dirty="0">
                <a:solidFill>
                  <a:srgbClr val="0070C0"/>
                </a:solidFill>
                <a:latin typeface="Dreaming Outloud Pro" panose="03050502040302030504" pitchFamily="66" charset="0"/>
                <a:cs typeface="Dreaming Outloud Pro" panose="03050502040302030504" pitchFamily="66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Page8, Page Hotels</a:t>
            </a:r>
            <a:r>
              <a:rPr lang="zh-TW" altLang="en-US" sz="2000" b="1" dirty="0">
                <a:solidFill>
                  <a:srgbClr val="0070C0"/>
                </a:solidFill>
                <a:latin typeface="Dreaming Outloud Pro" panose="03050502040302030504" pitchFamily="66" charset="0"/>
                <a:cs typeface="Dreaming Outloud Pro" panose="03050502040302030504" pitchFamily="66" charset="0"/>
              </a:rPr>
              <a:t> </a:t>
            </a:r>
            <a:r>
              <a:rPr lang="en-US" altLang="zh-TW" sz="1200" b="1" dirty="0">
                <a:latin typeface="Dreaming Outloud Pro" panose="03050502040302030504" pitchFamily="66" charset="0"/>
                <a:cs typeface="Dreaming Outloud Pro" panose="03050502040302030504" pitchFamily="66" charset="0"/>
              </a:rPr>
              <a:t>(1hr 15min)</a:t>
            </a:r>
            <a:endParaRPr lang="en-US" altLang="zh-TW" sz="1600" dirty="0">
              <a:solidFill>
                <a:srgbClr val="00B050"/>
              </a:solidFill>
              <a:latin typeface="Dreaming Outloud Pro" panose="03050502040302030504" pitchFamily="66" charset="0"/>
              <a:cs typeface="Dreaming Outloud Pro" panose="03050502040302030504" pitchFamily="66" charset="0"/>
            </a:endParaRPr>
          </a:p>
          <a:p>
            <a:r>
              <a:rPr lang="en-US" altLang="zh-TW" sz="1600" dirty="0">
                <a:solidFill>
                  <a:srgbClr val="00B050"/>
                </a:solidFill>
                <a:latin typeface="Dreaming Outloud Pro" panose="03050502040302030504" pitchFamily="66" charset="0"/>
                <a:cs typeface="Dreaming Outloud Pro" panose="03050502040302030504" pitchFamily="66" charset="0"/>
              </a:rPr>
              <a:t>CORE by Clare Smyth***</a:t>
            </a:r>
          </a:p>
          <a:p>
            <a:r>
              <a:rPr lang="en-US" altLang="zh-TW" sz="1600" dirty="0">
                <a:solidFill>
                  <a:srgbClr val="00B050"/>
                </a:solidFill>
                <a:latin typeface="Dreaming Outloud Pro" panose="03050502040302030504" pitchFamily="66" charset="0"/>
                <a:cs typeface="Dreaming Outloud Pro" panose="03050502040302030504" pitchFamily="66" charset="0"/>
              </a:rPr>
              <a:t>Restaurant St. Barts*</a:t>
            </a:r>
          </a:p>
          <a:p>
            <a:endParaRPr lang="en-US" altLang="zh-TW" sz="2000" b="1" dirty="0">
              <a:solidFill>
                <a:schemeClr val="bg1">
                  <a:lumMod val="50000"/>
                </a:schemeClr>
              </a:solidFill>
              <a:latin typeface="Dreaming Outloud Pro" panose="03050502040302030504" pitchFamily="66" charset="0"/>
              <a:cs typeface="Dreaming Outloud Pro" panose="03050502040302030504" pitchFamily="66" charset="0"/>
            </a:endParaRPr>
          </a:p>
          <a:p>
            <a:pPr marL="0" indent="0">
              <a:buNone/>
            </a:pPr>
            <a:r>
              <a:rPr lang="en-US" altLang="zh-TW" sz="2400" b="1" dirty="0">
                <a:latin typeface="Dreaming Outloud Pro" panose="03050502040302030504" pitchFamily="66" charset="0"/>
                <a:cs typeface="Dreaming Outloud Pro" panose="03050502040302030504" pitchFamily="66" charset="0"/>
              </a:rPr>
              <a:t>03/04</a:t>
            </a:r>
          </a:p>
          <a:p>
            <a:r>
              <a:rPr lang="en-US" altLang="zh-TW" sz="2000" b="1" dirty="0">
                <a:solidFill>
                  <a:srgbClr val="0070C0"/>
                </a:solidFill>
                <a:latin typeface="Dreaming Outloud Pro" panose="03050502040302030504" pitchFamily="66" charset="0"/>
                <a:cs typeface="Dreaming Outloud Pro" panose="03050502040302030504" pitchFamily="66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Page8, Page Hotels</a:t>
            </a:r>
            <a:r>
              <a:rPr lang="zh-TW" altLang="en-US" sz="2000" b="1" dirty="0">
                <a:solidFill>
                  <a:srgbClr val="0070C0"/>
                </a:solidFill>
                <a:latin typeface="Dreaming Outloud Pro" panose="03050502040302030504" pitchFamily="66" charset="0"/>
                <a:cs typeface="Dreaming Outloud Pro" panose="03050502040302030504" pitchFamily="66" charset="0"/>
              </a:rPr>
              <a:t> </a:t>
            </a:r>
            <a:r>
              <a:rPr lang="en-US" altLang="zh-TW" sz="2000" b="1" dirty="0">
                <a:solidFill>
                  <a:srgbClr val="0070C0"/>
                </a:solidFill>
                <a:latin typeface="Dreaming Outloud Pro" panose="03050502040302030504" pitchFamily="66" charset="0"/>
                <a:cs typeface="Dreaming Outloud Pro" panose="03050502040302030504" pitchFamily="66" charset="0"/>
              </a:rPr>
              <a:t>-</a:t>
            </a:r>
            <a:r>
              <a:rPr lang="zh-TW" altLang="en-US" sz="2000" b="1" dirty="0">
                <a:latin typeface="Dreaming Outloud Pro" panose="03050502040302030504" pitchFamily="66" charset="0"/>
                <a:cs typeface="Dreaming Outloud Pro" panose="03050502040302030504" pitchFamily="66" charset="0"/>
              </a:rPr>
              <a:t> </a:t>
            </a:r>
            <a:r>
              <a:rPr lang="en-US" altLang="zh-TW" sz="2000" b="1" dirty="0">
                <a:latin typeface="Dreaming Outloud Pro" panose="03050502040302030504" pitchFamily="66" charset="0"/>
                <a:cs typeface="Dreaming Outloud Pro" panose="03050502040302030504" pitchFamily="66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University of Oxford</a:t>
            </a:r>
            <a:r>
              <a:rPr lang="en-US" altLang="zh-TW" sz="2000" b="1" dirty="0">
                <a:latin typeface="Dreaming Outloud Pro" panose="03050502040302030504" pitchFamily="66" charset="0"/>
                <a:cs typeface="Dreaming Outloud Pro" panose="03050502040302030504" pitchFamily="66" charset="0"/>
              </a:rPr>
              <a:t> </a:t>
            </a:r>
            <a:r>
              <a:rPr lang="en-US" altLang="zh-TW" sz="1200" b="1" dirty="0">
                <a:latin typeface="Dreaming Outloud Pro" panose="03050502040302030504" pitchFamily="66" charset="0"/>
                <a:cs typeface="Dreaming Outloud Pro" panose="03050502040302030504" pitchFamily="66" charset="0"/>
              </a:rPr>
              <a:t>(1hr 30min)</a:t>
            </a:r>
          </a:p>
          <a:p>
            <a:r>
              <a:rPr lang="en-US" altLang="zh-TW" sz="2000" b="1" dirty="0">
                <a:latin typeface="Dreaming Outloud Pro" panose="03050502040302030504" pitchFamily="66" charset="0"/>
                <a:cs typeface="Dreaming Outloud Pro" panose="03050502040302030504" pitchFamily="66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University of Oxford</a:t>
            </a:r>
            <a:r>
              <a:rPr lang="zh-TW" altLang="en-US" sz="2000" b="1" dirty="0">
                <a:latin typeface="Dreaming Outloud Pro" panose="03050502040302030504" pitchFamily="66" charset="0"/>
                <a:cs typeface="Dreaming Outloud Pro" panose="03050502040302030504" pitchFamily="66" charset="0"/>
              </a:rPr>
              <a:t> </a:t>
            </a:r>
            <a:r>
              <a:rPr lang="en-US" altLang="zh-TW" sz="2000" b="1" dirty="0">
                <a:latin typeface="Dreaming Outloud Pro" panose="03050502040302030504" pitchFamily="66" charset="0"/>
                <a:cs typeface="Dreaming Outloud Pro" panose="03050502040302030504" pitchFamily="66" charset="0"/>
              </a:rPr>
              <a:t>-</a:t>
            </a:r>
            <a:r>
              <a:rPr lang="zh-TW" altLang="en-US" sz="2000" b="1" dirty="0">
                <a:solidFill>
                  <a:schemeClr val="accent2"/>
                </a:solidFill>
                <a:latin typeface="Dreaming Outloud Pro" panose="03050502040302030504" pitchFamily="66" charset="0"/>
                <a:cs typeface="Dreaming Outloud Pro" panose="03050502040302030504" pitchFamily="66" charset="0"/>
              </a:rPr>
              <a:t> </a:t>
            </a:r>
            <a:r>
              <a:rPr lang="en-US" altLang="zh-TW" sz="2000" b="1" dirty="0">
                <a:solidFill>
                  <a:schemeClr val="accent2"/>
                </a:solidFill>
                <a:latin typeface="Dreaming Outloud Pro" panose="03050502040302030504" pitchFamily="66" charset="0"/>
                <a:cs typeface="Dreaming Outloud Pro" panose="03050502040302030504" pitchFamily="66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Bicester Village Outlet</a:t>
            </a:r>
            <a:r>
              <a:rPr lang="zh-TW" altLang="en-US" sz="2000" b="1" dirty="0">
                <a:solidFill>
                  <a:schemeClr val="accent2"/>
                </a:solidFill>
                <a:latin typeface="Dreaming Outloud Pro" panose="03050502040302030504" pitchFamily="66" charset="0"/>
                <a:cs typeface="Dreaming Outloud Pro" panose="03050502040302030504" pitchFamily="66" charset="0"/>
              </a:rPr>
              <a:t> </a:t>
            </a:r>
            <a:r>
              <a:rPr lang="en-US" altLang="zh-TW" sz="1200" b="1" dirty="0">
                <a:latin typeface="Dreaming Outloud Pro" panose="03050502040302030504" pitchFamily="66" charset="0"/>
                <a:cs typeface="Dreaming Outloud Pro" panose="03050502040302030504" pitchFamily="66" charset="0"/>
              </a:rPr>
              <a:t>(35min)</a:t>
            </a:r>
            <a:endParaRPr lang="en-US" altLang="zh-TW" sz="2000" b="1" dirty="0">
              <a:solidFill>
                <a:schemeClr val="accent2"/>
              </a:solidFill>
              <a:latin typeface="Dreaming Outloud Pro" panose="03050502040302030504" pitchFamily="66" charset="0"/>
              <a:cs typeface="Dreaming Outloud Pro" panose="03050502040302030504" pitchFamily="66" charset="0"/>
            </a:endParaRPr>
          </a:p>
          <a:p>
            <a:r>
              <a:rPr lang="en-US" altLang="zh-TW" sz="2000" b="1" dirty="0">
                <a:solidFill>
                  <a:schemeClr val="accent2"/>
                </a:solidFill>
                <a:latin typeface="Dreaming Outloud Pro" panose="03050502040302030504" pitchFamily="66" charset="0"/>
                <a:cs typeface="Dreaming Outloud Pro" panose="03050502040302030504" pitchFamily="66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Bicester Village Outlet</a:t>
            </a:r>
            <a:r>
              <a:rPr lang="zh-TW" altLang="en-US" sz="2000" b="1" dirty="0">
                <a:solidFill>
                  <a:schemeClr val="accent2"/>
                </a:solidFill>
                <a:latin typeface="Dreaming Outloud Pro" panose="03050502040302030504" pitchFamily="66" charset="0"/>
                <a:cs typeface="Dreaming Outloud Pro" panose="03050502040302030504" pitchFamily="66" charset="0"/>
              </a:rPr>
              <a:t> </a:t>
            </a:r>
            <a:r>
              <a:rPr lang="en-US" altLang="zh-TW" sz="2000" b="1" dirty="0">
                <a:solidFill>
                  <a:schemeClr val="accent2"/>
                </a:solidFill>
                <a:latin typeface="Dreaming Outloud Pro" panose="03050502040302030504" pitchFamily="66" charset="0"/>
                <a:cs typeface="Dreaming Outloud Pro" panose="03050502040302030504" pitchFamily="66" charset="0"/>
              </a:rPr>
              <a:t>-</a:t>
            </a:r>
            <a:r>
              <a:rPr lang="zh-TW" altLang="en-US" sz="2000" b="1" dirty="0">
                <a:solidFill>
                  <a:schemeClr val="accent2"/>
                </a:solidFill>
                <a:latin typeface="Dreaming Outloud Pro" panose="03050502040302030504" pitchFamily="66" charset="0"/>
                <a:cs typeface="Dreaming Outloud Pro" panose="03050502040302030504" pitchFamily="66" charset="0"/>
              </a:rPr>
              <a:t> </a:t>
            </a:r>
            <a:r>
              <a:rPr lang="en-US" altLang="zh-TW" sz="2000" b="1" dirty="0">
                <a:solidFill>
                  <a:srgbClr val="0070C0"/>
                </a:solidFill>
                <a:latin typeface="Dreaming Outloud Pro" panose="03050502040302030504" pitchFamily="66" charset="0"/>
                <a:cs typeface="Dreaming Outloud Pro" panose="03050502040302030504" pitchFamily="66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Page8, Page Hotels</a:t>
            </a:r>
            <a:r>
              <a:rPr lang="zh-TW" altLang="en-US" sz="2000" b="1" dirty="0">
                <a:solidFill>
                  <a:srgbClr val="0070C0"/>
                </a:solidFill>
                <a:latin typeface="Dreaming Outloud Pro" panose="03050502040302030504" pitchFamily="66" charset="0"/>
                <a:cs typeface="Dreaming Outloud Pro" panose="03050502040302030504" pitchFamily="66" charset="0"/>
              </a:rPr>
              <a:t> </a:t>
            </a:r>
            <a:r>
              <a:rPr lang="en-US" altLang="zh-TW" sz="1200" b="1" dirty="0">
                <a:latin typeface="Dreaming Outloud Pro" panose="03050502040302030504" pitchFamily="66" charset="0"/>
                <a:cs typeface="Dreaming Outloud Pro" panose="03050502040302030504" pitchFamily="66" charset="0"/>
              </a:rPr>
              <a:t>(1hr 30min)</a:t>
            </a:r>
          </a:p>
          <a:p>
            <a:endParaRPr lang="en-US" altLang="zh-TW" sz="2000" b="1" dirty="0">
              <a:solidFill>
                <a:schemeClr val="accent2"/>
              </a:solidFill>
              <a:latin typeface="Dreaming Outloud Pro" panose="03050502040302030504" pitchFamily="66" charset="0"/>
              <a:cs typeface="Dreaming Outloud Pro" panose="03050502040302030504" pitchFamily="66" charset="0"/>
            </a:endParaRPr>
          </a:p>
          <a:p>
            <a:endParaRPr lang="en-US" altLang="zh-TW" sz="2000" dirty="0">
              <a:latin typeface="Dreaming Outloud Pro" panose="03050502040302030504" pitchFamily="66" charset="0"/>
              <a:ea typeface="微軟正黑體" panose="020B0604030504040204" pitchFamily="34" charset="-120"/>
              <a:cs typeface="Dreaming Outloud Pro" panose="03050502040302030504" pitchFamily="66" charset="0"/>
            </a:endParaRPr>
          </a:p>
        </p:txBody>
      </p:sp>
      <p:sp>
        <p:nvSpPr>
          <p:cNvPr id="2" name="標題 5">
            <a:extLst>
              <a:ext uri="{FF2B5EF4-FFF2-40B4-BE49-F238E27FC236}">
                <a16:creationId xmlns:a16="http://schemas.microsoft.com/office/drawing/2014/main" id="{6530FA7D-1650-225C-9FD8-F3D0DCE58C6D}"/>
              </a:ext>
            </a:extLst>
          </p:cNvPr>
          <p:cNvSpPr txBox="1">
            <a:spLocks/>
          </p:cNvSpPr>
          <p:nvPr/>
        </p:nvSpPr>
        <p:spPr>
          <a:xfrm>
            <a:off x="9633626" y="0"/>
            <a:ext cx="2558374" cy="39225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altLang="zh-TW" sz="2800" b="1" dirty="0">
                <a:latin typeface="Dreaming Outloud Pro" panose="03050502040302030504" pitchFamily="66" charset="0"/>
                <a:ea typeface="+mn-ea"/>
                <a:cs typeface="Dreaming Outloud Pro" panose="03050502040302030504" pitchFamily="66" charset="0"/>
              </a:rPr>
              <a:t>Day 9-10</a:t>
            </a:r>
            <a:endParaRPr lang="zh-TW" altLang="en-US" sz="2800" b="1" dirty="0">
              <a:latin typeface="Dreaming Outloud Pro" panose="03050502040302030504" pitchFamily="66" charset="0"/>
              <a:ea typeface="+mn-ea"/>
              <a:cs typeface="Dreaming Outloud Pro" panose="030505020403020305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64538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EDC212-CBC4-8EFF-E8A5-B93D63A2E9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內容版面配置區 6">
            <a:extLst>
              <a:ext uri="{FF2B5EF4-FFF2-40B4-BE49-F238E27FC236}">
                <a16:creationId xmlns:a16="http://schemas.microsoft.com/office/drawing/2014/main" id="{CD5A3EED-23FA-4F87-6BC2-D770EB230D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9636" y="874279"/>
            <a:ext cx="10515600" cy="584084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TW" sz="2400" b="1" dirty="0">
                <a:latin typeface="Dreaming Outloud Pro" panose="03050502040302030504" pitchFamily="66" charset="0"/>
                <a:cs typeface="Dreaming Outloud Pro" panose="03050502040302030504" pitchFamily="66" charset="0"/>
              </a:rPr>
              <a:t>03/05</a:t>
            </a:r>
          </a:p>
          <a:p>
            <a:r>
              <a:rPr lang="en-US" altLang="zh-TW" sz="2000" b="1" dirty="0">
                <a:solidFill>
                  <a:srgbClr val="0070C0"/>
                </a:solidFill>
                <a:latin typeface="Dreaming Outloud Pro" panose="03050502040302030504" pitchFamily="66" charset="0"/>
                <a:cs typeface="Dreaming Outloud Pro" panose="03050502040302030504" pitchFamily="66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Page8, Page Hotels</a:t>
            </a:r>
            <a:endParaRPr lang="en-US" altLang="zh-TW" sz="2000" b="1" dirty="0">
              <a:solidFill>
                <a:srgbClr val="0070C0"/>
              </a:solidFill>
              <a:latin typeface="Dreaming Outloud Pro" panose="03050502040302030504" pitchFamily="66" charset="0"/>
              <a:cs typeface="Dreaming Outloud Pro" panose="03050502040302030504" pitchFamily="66" charset="0"/>
            </a:endParaRPr>
          </a:p>
          <a:p>
            <a:pPr lvl="1"/>
            <a:r>
              <a:rPr lang="en-US" altLang="zh-TW" sz="1600" b="1" dirty="0">
                <a:latin typeface="Dreaming Outloud Pro" panose="03050502040302030504" pitchFamily="66" charset="0"/>
                <a:cs typeface="Dreaming Outloud Pro" panose="03050502040302030504" pitchFamily="66" charset="0"/>
              </a:rPr>
              <a:t>Trafalgar Square</a:t>
            </a:r>
            <a:r>
              <a:rPr lang="zh-TW" altLang="en-US" sz="1600" b="1" dirty="0">
                <a:latin typeface="Dreaming Outloud Pro" panose="03050502040302030504" pitchFamily="66" charset="0"/>
                <a:cs typeface="Dreaming Outloud Pro" panose="03050502040302030504" pitchFamily="66" charset="0"/>
              </a:rPr>
              <a:t> </a:t>
            </a:r>
            <a:r>
              <a:rPr lang="en-US" altLang="zh-TW" sz="1600" b="1" dirty="0">
                <a:latin typeface="Dreaming Outloud Pro" panose="03050502040302030504" pitchFamily="66" charset="0"/>
                <a:cs typeface="Dreaming Outloud Pro" panose="03050502040302030504" pitchFamily="66" charset="0"/>
              </a:rPr>
              <a:t>–</a:t>
            </a:r>
            <a:r>
              <a:rPr lang="zh-TW" altLang="en-US" sz="1600" b="1" dirty="0">
                <a:latin typeface="Dreaming Outloud Pro" panose="03050502040302030504" pitchFamily="66" charset="0"/>
                <a:cs typeface="Dreaming Outloud Pro" panose="03050502040302030504" pitchFamily="66" charset="0"/>
              </a:rPr>
              <a:t> </a:t>
            </a:r>
            <a:r>
              <a:rPr lang="en-US" altLang="zh-TW" sz="1600" b="1" dirty="0">
                <a:latin typeface="Dreaming Outloud Pro" panose="03050502040302030504" pitchFamily="66" charset="0"/>
                <a:cs typeface="Dreaming Outloud Pro" panose="03050502040302030504" pitchFamily="66" charset="0"/>
              </a:rPr>
              <a:t>Big Ben - London Eye - Westminster Abbey - Buckingham Palace - The British Museum</a:t>
            </a:r>
          </a:p>
          <a:p>
            <a:pPr lvl="1"/>
            <a:endParaRPr lang="en-US" altLang="zh-TW" sz="1600" b="1" dirty="0">
              <a:latin typeface="Dreaming Outloud Pro" panose="03050502040302030504" pitchFamily="66" charset="0"/>
              <a:cs typeface="Dreaming Outloud Pro" panose="03050502040302030504" pitchFamily="66" charset="0"/>
            </a:endParaRPr>
          </a:p>
          <a:p>
            <a:pPr marL="0" indent="0" fontAlgn="base">
              <a:buNone/>
            </a:pPr>
            <a:endParaRPr lang="en-US" altLang="zh-TW" sz="2000" b="1" dirty="0">
              <a:solidFill>
                <a:schemeClr val="bg1">
                  <a:lumMod val="50000"/>
                </a:schemeClr>
              </a:solidFill>
              <a:latin typeface="Dreaming Outloud Pro" panose="03050502040302030504" pitchFamily="66" charset="0"/>
              <a:cs typeface="Dreaming Outloud Pro" panose="03050502040302030504" pitchFamily="66" charset="0"/>
            </a:endParaRPr>
          </a:p>
          <a:p>
            <a:pPr marL="0" indent="0">
              <a:buNone/>
            </a:pPr>
            <a:r>
              <a:rPr lang="en-US" altLang="zh-TW" sz="2400" b="1" dirty="0">
                <a:latin typeface="Dreaming Outloud Pro" panose="03050502040302030504" pitchFamily="66" charset="0"/>
                <a:cs typeface="Dreaming Outloud Pro" panose="03050502040302030504" pitchFamily="66" charset="0"/>
              </a:rPr>
              <a:t>03/06</a:t>
            </a:r>
          </a:p>
          <a:p>
            <a:r>
              <a:rPr lang="en-US" altLang="zh-TW" sz="2000" dirty="0">
                <a:latin typeface="Dreaming Outloud Pro" panose="03050502040302030504" pitchFamily="66" charset="0"/>
                <a:cs typeface="Dreaming Outloud Pro" panose="03050502040302030504" pitchFamily="66" charset="0"/>
              </a:rPr>
              <a:t>LHR</a:t>
            </a:r>
            <a:r>
              <a:rPr lang="zh-TW" altLang="en-US" sz="2000" dirty="0">
                <a:latin typeface="Dreaming Outloud Pro" panose="03050502040302030504" pitchFamily="66" charset="0"/>
                <a:cs typeface="Dreaming Outloud Pro" panose="03050502040302030504" pitchFamily="66" charset="0"/>
              </a:rPr>
              <a:t> </a:t>
            </a:r>
            <a:r>
              <a:rPr lang="en-US" altLang="zh-TW" sz="1200" dirty="0">
                <a:latin typeface="Dreaming Outloud Pro" panose="03050502040302030504" pitchFamily="66" charset="0"/>
                <a:cs typeface="Dreaming Outloud Pro" panose="03050502040302030504" pitchFamily="66" charset="0"/>
              </a:rPr>
              <a:t>[</a:t>
            </a:r>
            <a:r>
              <a:rPr lang="en-US" altLang="zh-TW" sz="1200" dirty="0">
                <a:latin typeface="Dreaming Outloud Pro" panose="03050502040302030504" pitchFamily="66" charset="0"/>
                <a:ea typeface="微軟正黑體" panose="020B0604030504040204" pitchFamily="34" charset="-120"/>
                <a:cs typeface="Dreaming Outloud Pro" panose="03050502040302030504" pitchFamily="66" charset="0"/>
              </a:rPr>
              <a:t>21:15</a:t>
            </a:r>
            <a:r>
              <a:rPr lang="en-US" altLang="zh-TW" sz="1200" dirty="0">
                <a:latin typeface="Dreaming Outloud Pro" panose="03050502040302030504" pitchFamily="66" charset="0"/>
                <a:cs typeface="Dreaming Outloud Pro" panose="03050502040302030504" pitchFamily="66" charset="0"/>
              </a:rPr>
              <a:t>] </a:t>
            </a:r>
            <a:r>
              <a:rPr lang="en-US" altLang="zh-TW" sz="2000" dirty="0">
                <a:latin typeface="Dreaming Outloud Pro" panose="03050502040302030504" pitchFamily="66" charset="0"/>
                <a:cs typeface="Dreaming Outloud Pro" panose="03050502040302030504" pitchFamily="66" charset="0"/>
              </a:rPr>
              <a:t>– TPE</a:t>
            </a:r>
            <a:r>
              <a:rPr lang="zh-TW" altLang="en-US" sz="2000" dirty="0">
                <a:latin typeface="Dreaming Outloud Pro" panose="03050502040302030504" pitchFamily="66" charset="0"/>
                <a:cs typeface="Dreaming Outloud Pro" panose="03050502040302030504" pitchFamily="66" charset="0"/>
              </a:rPr>
              <a:t> </a:t>
            </a:r>
            <a:r>
              <a:rPr lang="en-US" altLang="zh-TW" sz="1200" dirty="0">
                <a:latin typeface="Dreaming Outloud Pro" panose="03050502040302030504" pitchFamily="66" charset="0"/>
                <a:cs typeface="Dreaming Outloud Pro" panose="03050502040302030504" pitchFamily="66" charset="0"/>
              </a:rPr>
              <a:t>[</a:t>
            </a:r>
            <a:r>
              <a:rPr lang="en-US" altLang="zh-TW" sz="1200" dirty="0">
                <a:latin typeface="Dreaming Outloud Pro" panose="03050502040302030504" pitchFamily="66" charset="0"/>
                <a:ea typeface="微軟正黑體" panose="020B0604030504040204" pitchFamily="34" charset="-120"/>
                <a:cs typeface="Dreaming Outloud Pro" panose="03050502040302030504" pitchFamily="66" charset="0"/>
              </a:rPr>
              <a:t>18:35+1</a:t>
            </a:r>
            <a:r>
              <a:rPr lang="en-US" altLang="zh-TW" sz="1200" dirty="0">
                <a:latin typeface="Dreaming Outloud Pro" panose="03050502040302030504" pitchFamily="66" charset="0"/>
                <a:cs typeface="Dreaming Outloud Pro" panose="03050502040302030504" pitchFamily="66" charset="0"/>
              </a:rPr>
              <a:t>]</a:t>
            </a:r>
            <a:endParaRPr lang="en-US" altLang="zh-TW" sz="1600" dirty="0">
              <a:latin typeface="Dreaming Outloud Pro" panose="03050502040302030504" pitchFamily="66" charset="0"/>
              <a:ea typeface="微軟正黑體" panose="020B0604030504040204" pitchFamily="34" charset="-120"/>
              <a:cs typeface="Dreaming Outloud Pro" panose="03050502040302030504" pitchFamily="66" charset="0"/>
            </a:endParaRPr>
          </a:p>
        </p:txBody>
      </p:sp>
      <p:sp>
        <p:nvSpPr>
          <p:cNvPr id="2" name="標題 5">
            <a:extLst>
              <a:ext uri="{FF2B5EF4-FFF2-40B4-BE49-F238E27FC236}">
                <a16:creationId xmlns:a16="http://schemas.microsoft.com/office/drawing/2014/main" id="{985FA9E0-3124-AD4D-4D0B-861CAD060E41}"/>
              </a:ext>
            </a:extLst>
          </p:cNvPr>
          <p:cNvSpPr txBox="1">
            <a:spLocks/>
          </p:cNvSpPr>
          <p:nvPr/>
        </p:nvSpPr>
        <p:spPr>
          <a:xfrm>
            <a:off x="9633626" y="0"/>
            <a:ext cx="2558374" cy="39225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altLang="zh-TW" sz="2800" b="1" dirty="0">
                <a:latin typeface="Dreaming Outloud Pro" panose="03050502040302030504" pitchFamily="66" charset="0"/>
                <a:ea typeface="+mn-ea"/>
                <a:cs typeface="Dreaming Outloud Pro" panose="03050502040302030504" pitchFamily="66" charset="0"/>
              </a:rPr>
              <a:t>Day 11-12</a:t>
            </a:r>
            <a:endParaRPr lang="zh-TW" altLang="en-US" sz="2800" b="1" dirty="0">
              <a:latin typeface="Dreaming Outloud Pro" panose="03050502040302030504" pitchFamily="66" charset="0"/>
              <a:ea typeface="+mn-ea"/>
              <a:cs typeface="Dreaming Outloud Pro" panose="030505020403020305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27952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7257</TotalTime>
  <Words>518</Words>
  <Application>Microsoft Office PowerPoint</Application>
  <PresentationFormat>寬螢幕</PresentationFormat>
  <Paragraphs>93</Paragraphs>
  <Slides>10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10</vt:i4>
      </vt:variant>
    </vt:vector>
  </HeadingPairs>
  <TitlesOfParts>
    <vt:vector size="16" baseType="lpstr">
      <vt:lpstr>微軟正黑體</vt:lpstr>
      <vt:lpstr>Aptos</vt:lpstr>
      <vt:lpstr>Aptos Display</vt:lpstr>
      <vt:lpstr>Arial</vt:lpstr>
      <vt:lpstr>Dreaming Outloud Pro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Garmin Intl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Su, Frank</dc:creator>
  <cp:lastModifiedBy>Su, Frank</cp:lastModifiedBy>
  <cp:revision>71</cp:revision>
  <dcterms:created xsi:type="dcterms:W3CDTF">2025-08-26T01:48:24Z</dcterms:created>
  <dcterms:modified xsi:type="dcterms:W3CDTF">2025-09-01T23:49:08Z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3ff6d80-3782-4df6-bf6c-659f84558040_Enabled">
    <vt:lpwstr>true</vt:lpwstr>
  </property>
  <property fmtid="{D5CDD505-2E9C-101B-9397-08002B2CF9AE}" pid="3" name="MSIP_Label_f3ff6d80-3782-4df6-bf6c-659f84558040_SetDate">
    <vt:lpwstr>2025-08-26T01:58:30Z</vt:lpwstr>
  </property>
  <property fmtid="{D5CDD505-2E9C-101B-9397-08002B2CF9AE}" pid="4" name="MSIP_Label_f3ff6d80-3782-4df6-bf6c-659f84558040_Method">
    <vt:lpwstr>Standard</vt:lpwstr>
  </property>
  <property fmtid="{D5CDD505-2E9C-101B-9397-08002B2CF9AE}" pid="5" name="MSIP_Label_f3ff6d80-3782-4df6-bf6c-659f84558040_Name">
    <vt:lpwstr>f3ff6d80-3782-4df6-bf6c-659f84558040</vt:lpwstr>
  </property>
  <property fmtid="{D5CDD505-2E9C-101B-9397-08002B2CF9AE}" pid="6" name="MSIP_Label_f3ff6d80-3782-4df6-bf6c-659f84558040_SiteId">
    <vt:lpwstr>38d0d425-ba52-4c0a-a03e-2a65c8e82e2d</vt:lpwstr>
  </property>
  <property fmtid="{D5CDD505-2E9C-101B-9397-08002B2CF9AE}" pid="7" name="MSIP_Label_f3ff6d80-3782-4df6-bf6c-659f84558040_ActionId">
    <vt:lpwstr>9a669ed9-66be-41a3-8c11-707c28d00b61</vt:lpwstr>
  </property>
  <property fmtid="{D5CDD505-2E9C-101B-9397-08002B2CF9AE}" pid="8" name="MSIP_Label_f3ff6d80-3782-4df6-bf6c-659f84558040_ContentBits">
    <vt:lpwstr>0</vt:lpwstr>
  </property>
  <property fmtid="{D5CDD505-2E9C-101B-9397-08002B2CF9AE}" pid="9" name="MSIP_Label_f3ff6d80-3782-4df6-bf6c-659f84558040_Tag">
    <vt:lpwstr>10, 3, 0, 1</vt:lpwstr>
  </property>
</Properties>
</file>